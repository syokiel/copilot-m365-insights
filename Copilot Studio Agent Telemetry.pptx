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62" r:id="rId4"/>
  </p:sldMasterIdLst>
  <p:notesMasterIdLst>
    <p:notesMasterId r:id="rId13"/>
  </p:notesMasterIdLst>
  <p:sldIdLst>
    <p:sldId id="277" r:id="rId5"/>
    <p:sldId id="279" r:id="rId6"/>
    <p:sldId id="438" r:id="rId7"/>
    <p:sldId id="417" r:id="rId8"/>
    <p:sldId id="418" r:id="rId9"/>
    <p:sldId id="435" r:id="rId10"/>
    <p:sldId id="436" r:id="rId11"/>
    <p:sldId id="43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7F577DC2-1FB7-B64F-AF03-98EB90D5C3A6}">
          <p14:sldIdLst>
            <p14:sldId id="277"/>
            <p14:sldId id="279"/>
            <p14:sldId id="438"/>
          </p14:sldIdLst>
        </p14:section>
        <p14:section name="Reference Formatting" id="{A7A09A27-223C-FC4E-BF9C-34EAA05DBBD9}">
          <p14:sldIdLst>
            <p14:sldId id="417"/>
            <p14:sldId id="418"/>
            <p14:sldId id="435"/>
            <p14:sldId id="436"/>
            <p14:sldId id="43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344" userDrawn="1">
          <p15:clr>
            <a:srgbClr val="A4A3A4"/>
          </p15:clr>
        </p15:guide>
        <p15:guide id="2" orient="horz" pos="2544" userDrawn="1">
          <p15:clr>
            <a:srgbClr val="A4A3A4"/>
          </p15:clr>
        </p15:guide>
        <p15:guide id="3" orient="horz" pos="3888" userDrawn="1">
          <p15:clr>
            <a:srgbClr val="A4A3A4"/>
          </p15:clr>
        </p15:guide>
        <p15:guide id="4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revete, Danielle" initials="PD" lastIdx="1" clrIdx="0">
    <p:extLst>
      <p:ext uri="{19B8F6BF-5375-455C-9EA6-DF929625EA0E}">
        <p15:presenceInfo xmlns:p15="http://schemas.microsoft.com/office/powerpoint/2012/main" userId="S::danielle.prevete@landorandfitch.com::ea741048-338b-4cc5-acdc-1e3087087a08" providerId="AD"/>
      </p:ext>
    </p:extLst>
  </p:cmAuthor>
  <p:cmAuthor id="2" name="Grace Jung" initials="GJ" lastIdx="3" clrIdx="1">
    <p:extLst>
      <p:ext uri="{19B8F6BF-5375-455C-9EA6-DF929625EA0E}">
        <p15:presenceInfo xmlns:p15="http://schemas.microsoft.com/office/powerpoint/2012/main" userId="S::grace.jung@landorandfitch.com::97d4d1cb-889a-4aa0-8ca0-500bfccc135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3E2DC"/>
    <a:srgbClr val="29707A"/>
    <a:srgbClr val="DDEDEA"/>
    <a:srgbClr val="F2F2EE"/>
    <a:srgbClr val="F8F7F5"/>
    <a:srgbClr val="F8F7F6"/>
    <a:srgbClr val="F8F8F6"/>
    <a:srgbClr val="F8F9F6"/>
    <a:srgbClr val="F8FAF6"/>
    <a:srgbClr val="F8F4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3575DF7-CB9D-46E9-A60A-498BDA2194D6}" v="1201" dt="2026-05-20T14:40:07.117"/>
    <p1510:client id="{E767CABE-9A1C-FBE3-0FA1-85C1F0E6AB94}" v="1" dt="2026-05-19T17:24:39.17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574"/>
    <p:restoredTop sz="94618"/>
  </p:normalViewPr>
  <p:slideViewPr>
    <p:cSldViewPr snapToGrid="0">
      <p:cViewPr varScale="1">
        <p:scale>
          <a:sx n="169" d="100"/>
          <a:sy n="169" d="100"/>
        </p:scale>
        <p:origin x="224" y="232"/>
      </p:cViewPr>
      <p:guideLst>
        <p:guide orient="horz" pos="1344"/>
        <p:guide orient="horz" pos="2544"/>
        <p:guide orient="horz" pos="3888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TWK Everett" panose="020B0204000000000000" pitchFamily="34" charset="77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TWK Everett" panose="020B0204000000000000" pitchFamily="34" charset="77"/>
              </a:defRPr>
            </a:lvl1pPr>
          </a:lstStyle>
          <a:p>
            <a:fld id="{DED8EAC6-2D5B-D844-A615-EDB1D698BF23}" type="datetimeFigureOut">
              <a:rPr lang="en-US" smtClean="0"/>
              <a:pPr/>
              <a:t>5/29/26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TWK Everett" panose="020B0204000000000000" pitchFamily="34" charset="77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TWK Everett" panose="020B0204000000000000" pitchFamily="34" charset="77"/>
              </a:defRPr>
            </a:lvl1pPr>
          </a:lstStyle>
          <a:p>
            <a:fld id="{2BA7E1BB-25B4-574B-B089-309528012E5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7749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TWK Everett" panose="020B0204000000000000" pitchFamily="34" charset="77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TWK Everett" panose="020B0204000000000000" pitchFamily="34" charset="77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TWK Everett" panose="020B0204000000000000" pitchFamily="34" charset="77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TWK Everett" panose="020B0204000000000000" pitchFamily="34" charset="77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TWK Everett" panose="020B0204000000000000" pitchFamily="34" charset="77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" name="Google Shape;6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3" name="Google Shape;63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Why it matters, value it brings and business lens</a:t>
            </a:r>
            <a:endParaRPr dirty="0"/>
          </a:p>
        </p:txBody>
      </p:sp>
      <p:sp>
        <p:nvSpPr>
          <p:cNvPr id="102" name="Google Shape;102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Calibri"/>
              <a:buChar char="•"/>
            </a:pPr>
            <a:endParaRPr lang="en-US" sz="1200" b="0" i="0" u="none" strike="noStrike" cap="none" dirty="0">
              <a:solidFill>
                <a:srgbClr val="3C3C3B"/>
              </a:solidFill>
              <a:ea typeface="Calibri"/>
              <a:cs typeface="Calibri"/>
              <a:sym typeface="Calibri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A7E1BB-25B4-574B-B089-309528012E51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57274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DB2B9D-6392-7335-B0DC-5DBCC56B2C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D40148-5AF0-6CD6-A011-E97F231CBB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0ACA99-8AF0-BFF5-CA9A-34CA42A953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Calibri"/>
              <a:buChar char="•"/>
            </a:pPr>
            <a:endParaRPr lang="en-US" sz="1200" b="0" i="0" u="none" strike="noStrike" cap="none" dirty="0">
              <a:solidFill>
                <a:srgbClr val="3C3C3B"/>
              </a:solidFill>
              <a:ea typeface="Calibri"/>
              <a:cs typeface="Calibri"/>
              <a:sym typeface="Calibri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C10C24-59CB-C0FF-E294-4B8D0D1CA0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A7E1BB-25B4-574B-B089-309528012E51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0397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D52048-9E7B-BEBA-3024-8CE75F4B97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FB022B-A006-3FE8-5F75-17D4057FE6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B83D25-595A-ADB0-675D-BCCD84AF13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Calibri"/>
              <a:buChar char="•"/>
            </a:pPr>
            <a:endParaRPr lang="en-US" sz="1200" b="0" i="0" u="none" strike="noStrike" cap="none" dirty="0">
              <a:solidFill>
                <a:srgbClr val="3C3C3B"/>
              </a:solidFill>
              <a:ea typeface="Calibri"/>
              <a:cs typeface="Calibri"/>
              <a:sym typeface="Calibri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34BFBB-5D31-2271-49C3-AD8056FF8B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A7E1BB-25B4-574B-B089-309528012E51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87628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3.emf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4.emf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15.emf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Master" Target="../slideMasters/slideMaster1.xml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Master" Target="../slideMasters/slideMaster1.xml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1.xml"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1.xml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1.xml"/></Relationships>
</file>

<file path=ppt/slideLayouts/_rels/slideLayout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1.xml"/></Relationships>
</file>

<file path=ppt/slideLayouts/_rels/slideLayout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1.xml"/></Relationships>
</file>

<file path=ppt/slideLayouts/_rels/slideLayout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1.xml"/></Relationships>
</file>

<file path=ppt/slideLayouts/_rels/slideLayout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1.xml"/></Relationships>
</file>

<file path=ppt/slideLayouts/_rels/slideLayout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Master" Target="../slideMasters/slideMaster1.xml"/></Relationships>
</file>

<file path=ppt/slideLayouts/_rels/slideLayout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1.xml"/></Relationships>
</file>

<file path=ppt/slideLayouts/_rels/slideLayout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1.xml"/></Relationships>
</file>

<file path=ppt/slideLayouts/_rels/slideLayout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1.xml"/></Relationships>
</file>

<file path=ppt/slideLayouts/_rels/slideLayout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1.xml"/></Relationships>
</file>

<file path=ppt/slideLayouts/_rels/slideLayout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ort Title 1">
    <p:bg>
      <p:bgPr>
        <a:solidFill>
          <a:srgbClr val="FF46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B7E210A-CC7B-864B-AC6F-C7E9E7BC7B2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8600" y="3657600"/>
            <a:ext cx="11734800" cy="265176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15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Title goes here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F4A87DD-957F-6E4C-87FA-7402322BD11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24546" y="1562788"/>
            <a:ext cx="5638854" cy="457200"/>
          </a:xfrm>
        </p:spPr>
        <p:txBody>
          <a:bodyPr/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Presenter name, role, group 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8660AD13-7478-414E-8B91-22C3FCFEF1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0828" y="6366302"/>
            <a:ext cx="2616994" cy="17408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  <a:lvl2pPr marL="457200" indent="0">
              <a:buFont typeface="Arial" panose="020B0604020202020204" pitchFamily="34" charset="0"/>
              <a:buNone/>
              <a:defRPr/>
            </a:lvl2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7" name="Text Placeholder 21">
            <a:extLst>
              <a:ext uri="{FF2B5EF4-FFF2-40B4-BE49-F238E27FC236}">
                <a16:creationId xmlns:a16="http://schemas.microsoft.com/office/drawing/2014/main" id="{B98825AB-43C6-2848-BD92-EF1858E83CB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34957" y="390199"/>
            <a:ext cx="5609038" cy="522797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>
              <a:lnSpc>
                <a:spcPts val="1600"/>
              </a:lnSpc>
              <a:buNone/>
              <a:defRPr sz="20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4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/>
              <a:t>Subtitle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B6111BE-AF33-F17F-7343-3FE31A87B7F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2734" y="342900"/>
            <a:ext cx="1381539" cy="441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37011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ort Title 2">
    <p:bg>
      <p:bgPr>
        <a:solidFill>
          <a:srgbClr val="4CDD8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B7E210A-CC7B-864B-AC6F-C7E9E7BC7B2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8600" y="3657600"/>
            <a:ext cx="11734800" cy="265176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1500" b="0" i="0">
                <a:solidFill>
                  <a:srgbClr val="042315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Title goes here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F4A87DD-957F-6E4C-87FA-7402322BD11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24546" y="1562788"/>
            <a:ext cx="5638854" cy="457200"/>
          </a:xfrm>
        </p:spPr>
        <p:txBody>
          <a:bodyPr/>
          <a:lstStyle>
            <a:lvl1pPr marL="0" indent="0">
              <a:buNone/>
              <a:defRPr sz="1200" b="0" i="0">
                <a:solidFill>
                  <a:srgbClr val="042315"/>
                </a:solidFill>
                <a:latin typeface="TWK Everett" panose="020B0204000000000000" pitchFamily="34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Presenter name, role, group </a:t>
            </a:r>
          </a:p>
        </p:txBody>
      </p:sp>
      <p:sp>
        <p:nvSpPr>
          <p:cNvPr id="9" name="Text Placeholder 21">
            <a:extLst>
              <a:ext uri="{FF2B5EF4-FFF2-40B4-BE49-F238E27FC236}">
                <a16:creationId xmlns:a16="http://schemas.microsoft.com/office/drawing/2014/main" id="{BA051F55-DD70-AD45-9776-3723F17DB84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34957" y="390199"/>
            <a:ext cx="5609038" cy="522797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>
              <a:lnSpc>
                <a:spcPts val="1600"/>
              </a:lnSpc>
              <a:buNone/>
              <a:defRPr sz="2000" b="0" i="0">
                <a:solidFill>
                  <a:srgbClr val="042315"/>
                </a:solidFill>
                <a:latin typeface="TWK Everett" panose="020B0204000000000000" pitchFamily="34" charset="77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4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01F1864E-4A1D-E640-AA2F-C5487E5EB32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0828" y="6366302"/>
            <a:ext cx="2616994" cy="17408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200" b="0" i="0">
                <a:solidFill>
                  <a:srgbClr val="042315"/>
                </a:solidFill>
                <a:latin typeface="TWK Everett" panose="020B0204000000000000" pitchFamily="34" charset="77"/>
              </a:defRPr>
            </a:lvl1pPr>
            <a:lvl2pPr marL="457200" indent="0">
              <a:buFont typeface="Arial" panose="020B0604020202020204" pitchFamily="34" charset="0"/>
              <a:buNone/>
              <a:defRPr/>
            </a:lvl2pPr>
          </a:lstStyle>
          <a:p>
            <a:pPr lvl="0"/>
            <a:r>
              <a:rPr lang="en-US"/>
              <a:t>Date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CB4651A-0925-B114-FB2E-6CCF5FF4F57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2736" y="340490"/>
            <a:ext cx="1381538" cy="441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3104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ort Title Spruce">
    <p:bg>
      <p:bgPr>
        <a:solidFill>
          <a:srgbClr val="29707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B7E210A-CC7B-864B-AC6F-C7E9E7BC7B2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8600" y="3657600"/>
            <a:ext cx="11734800" cy="265176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15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Title goes here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F4A87DD-957F-6E4C-87FA-7402322BD11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24546" y="1562788"/>
            <a:ext cx="5638854" cy="457200"/>
          </a:xfrm>
        </p:spPr>
        <p:txBody>
          <a:bodyPr/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Presenter name, role, group 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8660AD13-7478-414E-8B91-22C3FCFEF1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0828" y="6366302"/>
            <a:ext cx="2616994" cy="17408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  <a:lvl2pPr marL="457200" indent="0">
              <a:buFont typeface="Arial" panose="020B0604020202020204" pitchFamily="34" charset="0"/>
              <a:buNone/>
              <a:defRPr/>
            </a:lvl2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7" name="Text Placeholder 21">
            <a:extLst>
              <a:ext uri="{FF2B5EF4-FFF2-40B4-BE49-F238E27FC236}">
                <a16:creationId xmlns:a16="http://schemas.microsoft.com/office/drawing/2014/main" id="{B98825AB-43C6-2848-BD92-EF1858E83CB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34957" y="390199"/>
            <a:ext cx="5609038" cy="522797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>
              <a:lnSpc>
                <a:spcPts val="1600"/>
              </a:lnSpc>
              <a:buNone/>
              <a:defRPr sz="20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4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/>
              <a:t>Subtitle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4BDA223-7F27-B55F-4AD9-8D8A11889E2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2734" y="342900"/>
            <a:ext cx="1381539" cy="441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8457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ort Title Dark Stone">
    <p:bg>
      <p:bgPr>
        <a:solidFill>
          <a:srgbClr val="3D3C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B7E210A-CC7B-864B-AC6F-C7E9E7BC7B2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8600" y="3657600"/>
            <a:ext cx="11734800" cy="265176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15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Title goes here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F4A87DD-957F-6E4C-87FA-7402322BD11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24546" y="1562788"/>
            <a:ext cx="5638854" cy="457200"/>
          </a:xfrm>
        </p:spPr>
        <p:txBody>
          <a:bodyPr/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Presenter name, role, group 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8660AD13-7478-414E-8B91-22C3FCFEF1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0828" y="6366302"/>
            <a:ext cx="2616994" cy="17408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  <a:lvl2pPr marL="457200" indent="0">
              <a:buFont typeface="Arial" panose="020B0604020202020204" pitchFamily="34" charset="0"/>
              <a:buNone/>
              <a:defRPr/>
            </a:lvl2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7" name="Text Placeholder 21">
            <a:extLst>
              <a:ext uri="{FF2B5EF4-FFF2-40B4-BE49-F238E27FC236}">
                <a16:creationId xmlns:a16="http://schemas.microsoft.com/office/drawing/2014/main" id="{B98825AB-43C6-2848-BD92-EF1858E83CB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34957" y="390199"/>
            <a:ext cx="5609038" cy="522797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>
              <a:lnSpc>
                <a:spcPts val="1600"/>
              </a:lnSpc>
              <a:buNone/>
              <a:defRPr sz="20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4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/>
              <a:t>Subtitle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7D9CAD2-C1FD-3B4E-21CD-1931B72622E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2734" y="342900"/>
            <a:ext cx="1381539" cy="441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07931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ort Title Digital Dark Earth">
    <p:bg>
      <p:bgPr>
        <a:solidFill>
          <a:srgbClr val="5650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B7E210A-CC7B-864B-AC6F-C7E9E7BC7B2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8600" y="3657600"/>
            <a:ext cx="11734800" cy="265176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15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Title goes here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F4A87DD-957F-6E4C-87FA-7402322BD11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24546" y="1562788"/>
            <a:ext cx="5638854" cy="457200"/>
          </a:xfrm>
        </p:spPr>
        <p:txBody>
          <a:bodyPr/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Presenter name, role, group 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8660AD13-7478-414E-8B91-22C3FCFEF1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0828" y="6366302"/>
            <a:ext cx="2616994" cy="17408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  <a:lvl2pPr marL="457200" indent="0">
              <a:buFont typeface="Arial" panose="020B0604020202020204" pitchFamily="34" charset="0"/>
              <a:buNone/>
              <a:defRPr/>
            </a:lvl2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7" name="Text Placeholder 21">
            <a:extLst>
              <a:ext uri="{FF2B5EF4-FFF2-40B4-BE49-F238E27FC236}">
                <a16:creationId xmlns:a16="http://schemas.microsoft.com/office/drawing/2014/main" id="{B98825AB-43C6-2848-BD92-EF1858E83CB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34957" y="390199"/>
            <a:ext cx="5609038" cy="522797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>
              <a:lnSpc>
                <a:spcPts val="1600"/>
              </a:lnSpc>
              <a:buNone/>
              <a:defRPr sz="20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4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/>
              <a:t>Subtitle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7C0A869-A51E-CDE1-3A73-388F0DE5694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2734" y="342900"/>
            <a:ext cx="1381539" cy="441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9854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ort Title - cloud with red wide trellis">
    <p:bg>
      <p:bgPr>
        <a:solidFill>
          <a:srgbClr val="F2F1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B6B568E-C907-154F-B8B9-6B9E2D5F650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3680" y="1596171"/>
            <a:ext cx="5862320" cy="2552699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>
              <a:lnSpc>
                <a:spcPts val="8200"/>
              </a:lnSpc>
              <a:buNone/>
              <a:defRPr sz="7400" b="0" i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Title goes here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BC974797-F8F6-2E47-988B-FF5AFC751F8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33680" y="6361669"/>
            <a:ext cx="2616994" cy="17408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200" b="0" i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  <a:lvl2pPr marL="457200" indent="0">
              <a:buFont typeface="Arial" panose="020B0604020202020204" pitchFamily="34" charset="0"/>
              <a:buNone/>
              <a:defRPr/>
            </a:lvl2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AF80A485-3231-0F43-86FC-1F3036CE01B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34974" y="5151120"/>
            <a:ext cx="5638313" cy="457200"/>
          </a:xfrm>
        </p:spPr>
        <p:txBody>
          <a:bodyPr/>
          <a:lstStyle>
            <a:lvl1pPr marL="0" indent="0">
              <a:buNone/>
              <a:defRPr sz="1200" b="0" i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Presenter name, role, group 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FF1D9E4-49B9-FD59-E6A9-BC27828EBF0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52528"/>
          <a:stretch/>
        </p:blipFill>
        <p:spPr>
          <a:xfrm>
            <a:off x="6240464" y="0"/>
            <a:ext cx="5951536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C3542B4-C227-E949-6966-AE4EBAB0570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30669" y="342900"/>
            <a:ext cx="1381538" cy="434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04687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hort Title cloud with red slim trellis">
    <p:bg>
      <p:bgPr>
        <a:solidFill>
          <a:srgbClr val="F2F1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B6B568E-C907-154F-B8B9-6B9E2D5F650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3680" y="1596171"/>
            <a:ext cx="5862320" cy="2552699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>
              <a:lnSpc>
                <a:spcPts val="8200"/>
              </a:lnSpc>
              <a:buNone/>
              <a:defRPr sz="7400" b="0" i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Title goes here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BC974797-F8F6-2E47-988B-FF5AFC751F8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33680" y="6361669"/>
            <a:ext cx="2616994" cy="17408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200" b="0" i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  <a:lvl2pPr marL="457200" indent="0">
              <a:buFont typeface="Arial" panose="020B0604020202020204" pitchFamily="34" charset="0"/>
              <a:buNone/>
              <a:defRPr/>
            </a:lvl2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AF80A485-3231-0F43-86FC-1F3036CE01B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34974" y="5151120"/>
            <a:ext cx="5638313" cy="457200"/>
          </a:xfrm>
        </p:spPr>
        <p:txBody>
          <a:bodyPr/>
          <a:lstStyle>
            <a:lvl1pPr marL="0" indent="0">
              <a:buNone/>
              <a:defRPr sz="1200" b="0" i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Presenter name, role, group 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5EFC5E5-B593-5C6D-1C35-2216FEFAA8BF}"/>
              </a:ext>
            </a:extLst>
          </p:cNvPr>
          <p:cNvPicPr>
            <a:picLocks/>
          </p:cNvPicPr>
          <p:nvPr userDrawn="1"/>
        </p:nvPicPr>
        <p:blipFill>
          <a:blip r:embed="rId2"/>
          <a:srcRect t="148" b="148"/>
          <a:stretch/>
        </p:blipFill>
        <p:spPr>
          <a:xfrm>
            <a:off x="7972926" y="-9814"/>
            <a:ext cx="4227443" cy="688106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EF7A825-5B74-B1AD-2102-445B1201DF7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30669" y="342900"/>
            <a:ext cx="1381538" cy="434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83596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ort Title skye with red wide trellis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51A4964-738C-AD42-9CB9-A65FDF17C7C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52528"/>
          <a:stretch/>
        </p:blipFill>
        <p:spPr>
          <a:xfrm>
            <a:off x="6240464" y="0"/>
            <a:ext cx="5951536" cy="685800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B6B568E-C907-154F-B8B9-6B9E2D5F650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3680" y="1596171"/>
            <a:ext cx="5638313" cy="2552699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>
              <a:lnSpc>
                <a:spcPts val="8200"/>
              </a:lnSpc>
              <a:buNone/>
              <a:defRPr sz="7400" b="0" i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Title goes here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BC974797-F8F6-2E47-988B-FF5AFC751F8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33680" y="6361668"/>
            <a:ext cx="2585720" cy="19457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200" b="0" i="0">
                <a:solidFill>
                  <a:srgbClr val="042315"/>
                </a:solidFill>
                <a:latin typeface="TWK Everett" panose="020B0204000000000000" pitchFamily="34" charset="77"/>
              </a:defRPr>
            </a:lvl1pPr>
            <a:lvl2pPr marL="457200" indent="0">
              <a:buFont typeface="Arial" panose="020B0604020202020204" pitchFamily="34" charset="0"/>
              <a:buNone/>
              <a:defRPr/>
            </a:lvl2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AF80A485-3231-0F43-86FC-1F3036CE01B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34975" y="5151120"/>
            <a:ext cx="5632426" cy="457200"/>
          </a:xfrm>
        </p:spPr>
        <p:txBody>
          <a:bodyPr/>
          <a:lstStyle>
            <a:lvl1pPr marL="0" indent="0">
              <a:buNone/>
              <a:defRPr sz="1200" b="0" i="0">
                <a:solidFill>
                  <a:srgbClr val="042315"/>
                </a:solidFill>
                <a:latin typeface="TWK Everett" panose="020B0204000000000000" pitchFamily="34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Presenter name, role, group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02CD764-F5C9-301B-472F-474BE971AD0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30669" y="342900"/>
            <a:ext cx="1381538" cy="434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26109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hort Title Spruce with wide white trellis">
    <p:bg>
      <p:bgPr>
        <a:solidFill>
          <a:srgbClr val="29707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B6B568E-C907-154F-B8B9-6B9E2D5F650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3680" y="1596171"/>
            <a:ext cx="5638313" cy="2552699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>
              <a:lnSpc>
                <a:spcPts val="8200"/>
              </a:lnSpc>
              <a:buNone/>
              <a:defRPr sz="7400" b="0" i="0">
                <a:solidFill>
                  <a:srgbClr val="FFFFFF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Title goes here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BC974797-F8F6-2E47-988B-FF5AFC751F8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33680" y="6361668"/>
            <a:ext cx="2585720" cy="19457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200" b="0" i="0">
                <a:solidFill>
                  <a:srgbClr val="FFFFFF"/>
                </a:solidFill>
                <a:latin typeface="TWK Everett" panose="020B0204000000000000" pitchFamily="34" charset="77"/>
              </a:defRPr>
            </a:lvl1pPr>
            <a:lvl2pPr marL="457200" indent="0">
              <a:buFont typeface="Arial" panose="020B0604020202020204" pitchFamily="34" charset="0"/>
              <a:buNone/>
              <a:defRPr/>
            </a:lvl2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AF80A485-3231-0F43-86FC-1F3036CE01B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34975" y="5151120"/>
            <a:ext cx="5632426" cy="457200"/>
          </a:xfrm>
        </p:spPr>
        <p:txBody>
          <a:bodyPr/>
          <a:lstStyle>
            <a:lvl1pPr marL="0" indent="0">
              <a:buNone/>
              <a:defRPr sz="1200" b="0" i="0">
                <a:solidFill>
                  <a:srgbClr val="FFFFFF"/>
                </a:solidFill>
                <a:latin typeface="TWK Everett" panose="020B0204000000000000" pitchFamily="34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Presenter name, role, group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04FDB74-DEEC-DD83-46E0-6C9EEB309AAE}"/>
              </a:ext>
            </a:extLst>
          </p:cNvPr>
          <p:cNvPicPr>
            <a:picLocks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6380" t="19" r="8770" b="19"/>
          <a:stretch/>
        </p:blipFill>
        <p:spPr>
          <a:xfrm>
            <a:off x="6137329" y="-6536"/>
            <a:ext cx="6054671" cy="6864536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3CBD4B4D-933E-D47F-7991-BF4EA202C15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32734" y="342900"/>
            <a:ext cx="1381539" cy="441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6358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Title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B6B568E-C907-154F-B8B9-6B9E2D5F650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3680" y="2950210"/>
            <a:ext cx="11729720" cy="2552699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lnSpc>
                <a:spcPts val="8200"/>
              </a:lnSpc>
              <a:buNone/>
              <a:defRPr sz="74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Smaller title slide for    longer headlines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905A1F75-BEC6-5D4E-AAEA-4701507DABA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33680" y="6361669"/>
            <a:ext cx="2616994" cy="17408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  <a:lvl2pPr marL="457200" indent="0">
              <a:buFont typeface="Arial" panose="020B0604020202020204" pitchFamily="34" charset="0"/>
              <a:buNone/>
              <a:defRPr/>
            </a:lvl2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4FCD1C34-5DD0-194D-9424-8AD8FA87FD4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24546" y="1562788"/>
            <a:ext cx="5638854" cy="457200"/>
          </a:xfrm>
        </p:spPr>
        <p:txBody>
          <a:bodyPr/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Presenter name, role, group </a:t>
            </a:r>
          </a:p>
        </p:txBody>
      </p:sp>
      <p:sp>
        <p:nvSpPr>
          <p:cNvPr id="12" name="Text Placeholder 21">
            <a:extLst>
              <a:ext uri="{FF2B5EF4-FFF2-40B4-BE49-F238E27FC236}">
                <a16:creationId xmlns:a16="http://schemas.microsoft.com/office/drawing/2014/main" id="{FDBE5405-3D6A-F442-A23F-A693AC4EDFE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34957" y="390199"/>
            <a:ext cx="5609038" cy="522797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>
              <a:lnSpc>
                <a:spcPts val="1600"/>
              </a:lnSpc>
              <a:buNone/>
              <a:defRPr sz="20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4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/>
              <a:t>Subtitle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CF4C436-7344-EBF8-6E1E-2D174D52CA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2734" y="342900"/>
            <a:ext cx="1381539" cy="441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27617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Title 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B6B568E-C907-154F-B8B9-6B9E2D5F650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3680" y="2950210"/>
            <a:ext cx="11729720" cy="2552699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lnSpc>
                <a:spcPts val="8200"/>
              </a:lnSpc>
              <a:buNone/>
              <a:defRPr sz="7400" b="0" i="0">
                <a:solidFill>
                  <a:srgbClr val="042315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Smaller title slide for    longer headlines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905A1F75-BEC6-5D4E-AAEA-4701507DABA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33680" y="6361669"/>
            <a:ext cx="2616994" cy="17408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200" b="0" i="0">
                <a:solidFill>
                  <a:srgbClr val="042315"/>
                </a:solidFill>
                <a:latin typeface="TWK Everett" panose="020B0204000000000000" pitchFamily="34" charset="77"/>
              </a:defRPr>
            </a:lvl1pPr>
            <a:lvl2pPr marL="457200" indent="0">
              <a:buFont typeface="Arial" panose="020B0604020202020204" pitchFamily="34" charset="0"/>
              <a:buNone/>
              <a:defRPr/>
            </a:lvl2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4FCD1C34-5DD0-194D-9424-8AD8FA87FD4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24546" y="1562788"/>
            <a:ext cx="5638854" cy="457200"/>
          </a:xfrm>
        </p:spPr>
        <p:txBody>
          <a:bodyPr/>
          <a:lstStyle>
            <a:lvl1pPr marL="0" indent="0">
              <a:buNone/>
              <a:defRPr sz="1200" b="0" i="0">
                <a:solidFill>
                  <a:srgbClr val="042315"/>
                </a:solidFill>
                <a:latin typeface="TWK Everett" panose="020B0204000000000000" pitchFamily="34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Presenter name, role, group </a:t>
            </a:r>
          </a:p>
        </p:txBody>
      </p:sp>
      <p:sp>
        <p:nvSpPr>
          <p:cNvPr id="12" name="Text Placeholder 21">
            <a:extLst>
              <a:ext uri="{FF2B5EF4-FFF2-40B4-BE49-F238E27FC236}">
                <a16:creationId xmlns:a16="http://schemas.microsoft.com/office/drawing/2014/main" id="{88E2E725-27A3-A34B-A6E6-98D48C01FAE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34957" y="390199"/>
            <a:ext cx="5609038" cy="522797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>
              <a:lnSpc>
                <a:spcPts val="1600"/>
              </a:lnSpc>
              <a:buNone/>
              <a:defRPr sz="2000" b="0" i="0">
                <a:solidFill>
                  <a:srgbClr val="042315"/>
                </a:solidFill>
                <a:latin typeface="TWK Everett" panose="020B0204000000000000" pitchFamily="34" charset="77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4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/>
              <a:t>Subtitle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0B7C301-88C1-0743-9D87-838520B45AD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2736" y="340490"/>
            <a:ext cx="1381538" cy="441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11214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Title  Spruce">
    <p:bg>
      <p:bgPr>
        <a:solidFill>
          <a:srgbClr val="29707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B6B568E-C907-154F-B8B9-6B9E2D5F650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3680" y="2950210"/>
            <a:ext cx="11729720" cy="2552699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lnSpc>
                <a:spcPts val="8200"/>
              </a:lnSpc>
              <a:buNone/>
              <a:defRPr sz="74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Smaller title slide for    longer headlines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905A1F75-BEC6-5D4E-AAEA-4701507DABA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33680" y="6361669"/>
            <a:ext cx="2616994" cy="17408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  <a:lvl2pPr marL="457200" indent="0">
              <a:buFont typeface="Arial" panose="020B0604020202020204" pitchFamily="34" charset="0"/>
              <a:buNone/>
              <a:defRPr/>
            </a:lvl2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4FCD1C34-5DD0-194D-9424-8AD8FA87FD4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24546" y="1562788"/>
            <a:ext cx="5638854" cy="457200"/>
          </a:xfrm>
        </p:spPr>
        <p:txBody>
          <a:bodyPr/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Presenter name, role, group </a:t>
            </a:r>
          </a:p>
        </p:txBody>
      </p:sp>
      <p:sp>
        <p:nvSpPr>
          <p:cNvPr id="12" name="Text Placeholder 21">
            <a:extLst>
              <a:ext uri="{FF2B5EF4-FFF2-40B4-BE49-F238E27FC236}">
                <a16:creationId xmlns:a16="http://schemas.microsoft.com/office/drawing/2014/main" id="{FDBE5405-3D6A-F442-A23F-A693AC4EDFE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34957" y="390199"/>
            <a:ext cx="5609038" cy="522797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>
              <a:lnSpc>
                <a:spcPts val="1600"/>
              </a:lnSpc>
              <a:buNone/>
              <a:defRPr sz="20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4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/>
              <a:t>Subtitle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49BB6ED-EA91-4C5B-2DCE-5C6E389B26A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2734" y="342900"/>
            <a:ext cx="1381539" cy="441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75452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Title Dark Stone">
    <p:bg>
      <p:bgPr>
        <a:solidFill>
          <a:srgbClr val="3D3C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B6B568E-C907-154F-B8B9-6B9E2D5F650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3680" y="2950210"/>
            <a:ext cx="11729720" cy="2552699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lnSpc>
                <a:spcPts val="8200"/>
              </a:lnSpc>
              <a:buNone/>
              <a:defRPr sz="74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Smaller title slide for    longer headlines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905A1F75-BEC6-5D4E-AAEA-4701507DABA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33680" y="6361669"/>
            <a:ext cx="2616994" cy="17408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  <a:lvl2pPr marL="457200" indent="0">
              <a:buFont typeface="Arial" panose="020B0604020202020204" pitchFamily="34" charset="0"/>
              <a:buNone/>
              <a:defRPr/>
            </a:lvl2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4FCD1C34-5DD0-194D-9424-8AD8FA87FD4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24546" y="1562788"/>
            <a:ext cx="5638854" cy="457200"/>
          </a:xfrm>
        </p:spPr>
        <p:txBody>
          <a:bodyPr/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Presenter name, role, group </a:t>
            </a:r>
          </a:p>
        </p:txBody>
      </p:sp>
      <p:sp>
        <p:nvSpPr>
          <p:cNvPr id="12" name="Text Placeholder 21">
            <a:extLst>
              <a:ext uri="{FF2B5EF4-FFF2-40B4-BE49-F238E27FC236}">
                <a16:creationId xmlns:a16="http://schemas.microsoft.com/office/drawing/2014/main" id="{FDBE5405-3D6A-F442-A23F-A693AC4EDFE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34957" y="390199"/>
            <a:ext cx="5609038" cy="522797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>
              <a:lnSpc>
                <a:spcPts val="1600"/>
              </a:lnSpc>
              <a:buNone/>
              <a:defRPr sz="20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4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/>
              <a:t>Subtitle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361BC26-D14B-8DC6-ECD1-9F20F58A822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2734" y="342900"/>
            <a:ext cx="1381539" cy="441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7387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Title Digital Dark Earth">
    <p:bg>
      <p:bgPr>
        <a:solidFill>
          <a:srgbClr val="5650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B6B568E-C907-154F-B8B9-6B9E2D5F650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3680" y="2950210"/>
            <a:ext cx="11729720" cy="2552699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lnSpc>
                <a:spcPts val="8200"/>
              </a:lnSpc>
              <a:buNone/>
              <a:defRPr sz="74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Smaller title slide for    longer headlines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905A1F75-BEC6-5D4E-AAEA-4701507DABA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33680" y="6361669"/>
            <a:ext cx="2616994" cy="17408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  <a:lvl2pPr marL="457200" indent="0">
              <a:buFont typeface="Arial" panose="020B0604020202020204" pitchFamily="34" charset="0"/>
              <a:buNone/>
              <a:defRPr/>
            </a:lvl2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4FCD1C34-5DD0-194D-9424-8AD8FA87FD4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24546" y="1562788"/>
            <a:ext cx="5638854" cy="457200"/>
          </a:xfrm>
        </p:spPr>
        <p:txBody>
          <a:bodyPr/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Presenter name, role, group </a:t>
            </a:r>
          </a:p>
        </p:txBody>
      </p:sp>
      <p:sp>
        <p:nvSpPr>
          <p:cNvPr id="12" name="Text Placeholder 21">
            <a:extLst>
              <a:ext uri="{FF2B5EF4-FFF2-40B4-BE49-F238E27FC236}">
                <a16:creationId xmlns:a16="http://schemas.microsoft.com/office/drawing/2014/main" id="{FDBE5405-3D6A-F442-A23F-A693AC4EDFE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34957" y="390199"/>
            <a:ext cx="5609038" cy="522797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>
              <a:lnSpc>
                <a:spcPts val="1600"/>
              </a:lnSpc>
              <a:buNone/>
              <a:defRPr sz="20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4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/>
              <a:t>Subtitle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E79A872-A173-1365-AAC9-2FB65E473D8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2734" y="342900"/>
            <a:ext cx="1381539" cy="441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44157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Title 4">
    <p:bg>
      <p:bgPr>
        <a:solidFill>
          <a:srgbClr val="F2F1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B6B568E-C907-154F-B8B9-6B9E2D5F650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3680" y="2950210"/>
            <a:ext cx="11729720" cy="2552699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lnSpc>
                <a:spcPts val="8200"/>
              </a:lnSpc>
              <a:buNone/>
              <a:defRPr sz="7400" b="0" i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Smaller title slide for    longer headlines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905A1F75-BEC6-5D4E-AAEA-4701507DABA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33680" y="6361669"/>
            <a:ext cx="2616994" cy="17408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200" b="0" i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  <a:lvl2pPr marL="457200" indent="0">
              <a:buFont typeface="Arial" panose="020B0604020202020204" pitchFamily="34" charset="0"/>
              <a:buNone/>
              <a:defRPr/>
            </a:lvl2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10" name="Text Placeholder 21">
            <a:extLst>
              <a:ext uri="{FF2B5EF4-FFF2-40B4-BE49-F238E27FC236}">
                <a16:creationId xmlns:a16="http://schemas.microsoft.com/office/drawing/2014/main" id="{4C9C7A7A-3C96-7149-AC61-D61B519D6FE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34957" y="390199"/>
            <a:ext cx="5609038" cy="522797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>
              <a:lnSpc>
                <a:spcPts val="1600"/>
              </a:lnSpc>
              <a:buNone/>
              <a:defRPr sz="2000" b="0" i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4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4FCD1C34-5DD0-194D-9424-8AD8FA87FD4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24546" y="1562788"/>
            <a:ext cx="5638854" cy="457200"/>
          </a:xfrm>
        </p:spPr>
        <p:txBody>
          <a:bodyPr/>
          <a:lstStyle>
            <a:lvl1pPr marL="0" indent="0">
              <a:buNone/>
              <a:defRPr sz="1200" b="0" i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Presenter name, role, group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BEF5D07-2932-9186-25D4-708D246AD66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0669" y="342900"/>
            <a:ext cx="1381538" cy="434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26373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Title 5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B6B568E-C907-154F-B8B9-6B9E2D5F650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3680" y="2950210"/>
            <a:ext cx="11729720" cy="2552699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lnSpc>
                <a:spcPts val="8200"/>
              </a:lnSpc>
              <a:buNone/>
              <a:defRPr sz="7400" b="0" i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Smaller title slide for    longer headlines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905A1F75-BEC6-5D4E-AAEA-4701507DABA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33680" y="6361669"/>
            <a:ext cx="2616994" cy="17408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200" b="0" i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  <a:lvl2pPr marL="457200" indent="0">
              <a:buFont typeface="Arial" panose="020B0604020202020204" pitchFamily="34" charset="0"/>
              <a:buNone/>
              <a:defRPr/>
            </a:lvl2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4FCD1C34-5DD0-194D-9424-8AD8FA87FD4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24546" y="1562788"/>
            <a:ext cx="5638854" cy="457200"/>
          </a:xfrm>
        </p:spPr>
        <p:txBody>
          <a:bodyPr/>
          <a:lstStyle>
            <a:lvl1pPr marL="0" indent="0">
              <a:buNone/>
              <a:defRPr sz="1200" b="0" i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Presenter name, role, group </a:t>
            </a:r>
          </a:p>
        </p:txBody>
      </p:sp>
      <p:sp>
        <p:nvSpPr>
          <p:cNvPr id="8" name="Text Placeholder 21">
            <a:extLst>
              <a:ext uri="{FF2B5EF4-FFF2-40B4-BE49-F238E27FC236}">
                <a16:creationId xmlns:a16="http://schemas.microsoft.com/office/drawing/2014/main" id="{2A8E9CF1-CA51-BE4E-B6E5-6852DD5DE36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34957" y="390199"/>
            <a:ext cx="5609038" cy="522797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>
              <a:lnSpc>
                <a:spcPts val="1600"/>
              </a:lnSpc>
              <a:buNone/>
              <a:defRPr sz="2000" b="0" i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4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/>
              <a:t>Subtitle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9D6D46C-B407-6CC6-079F-76D1C8592EE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0669" y="342900"/>
            <a:ext cx="1381538" cy="434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434971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B6B568E-C907-154F-B8B9-6B9E2D5F650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8760" y="3017520"/>
            <a:ext cx="5867400" cy="235991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lnSpc>
                <a:spcPts val="8200"/>
              </a:lnSpc>
              <a:buNone/>
              <a:defRPr sz="74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Thank you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40255C1A-8C98-3045-A04D-F9D8B00E1D4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33680" y="6361669"/>
            <a:ext cx="2616994" cy="17408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  <a:lvl2pPr marL="457200" indent="0">
              <a:buFont typeface="Arial" panose="020B0604020202020204" pitchFamily="34" charset="0"/>
              <a:buNone/>
              <a:defRPr/>
            </a:lvl2pPr>
          </a:lstStyle>
          <a:p>
            <a:pPr lvl="0"/>
            <a:r>
              <a:rPr lang="en-US"/>
              <a:t>Date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7D05082-A58D-5758-184E-0DFCB93B420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2734" y="342900"/>
            <a:ext cx="1381539" cy="441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33824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- red with white slim trelli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B6B568E-C907-154F-B8B9-6B9E2D5F650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8760" y="3017520"/>
            <a:ext cx="5867400" cy="235991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lnSpc>
                <a:spcPts val="8200"/>
              </a:lnSpc>
              <a:buNone/>
              <a:defRPr sz="74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Thank you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40255C1A-8C98-3045-A04D-F9D8B00E1D4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33680" y="6361669"/>
            <a:ext cx="2616994" cy="17408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  <a:lvl2pPr marL="457200" indent="0">
              <a:buFont typeface="Arial" panose="020B0604020202020204" pitchFamily="34" charset="0"/>
              <a:buNone/>
              <a:defRPr/>
            </a:lvl2pPr>
          </a:lstStyle>
          <a:p>
            <a:pPr lvl="0"/>
            <a:r>
              <a:rPr lang="en-US"/>
              <a:t>Date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CDB9E84-3DFE-523C-0F24-B1DD29104650}"/>
              </a:ext>
            </a:extLst>
          </p:cNvPr>
          <p:cNvPicPr>
            <a:picLocks/>
          </p:cNvPicPr>
          <p:nvPr userDrawn="1"/>
        </p:nvPicPr>
        <p:blipFill>
          <a:blip r:embed="rId2"/>
          <a:srcRect t="33" b="33"/>
          <a:stretch/>
        </p:blipFill>
        <p:spPr>
          <a:xfrm>
            <a:off x="7409137" y="-6536"/>
            <a:ext cx="4782863" cy="686453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1FACDDF-0627-86B2-9AA5-025F9E9D537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32734" y="342900"/>
            <a:ext cx="1381539" cy="441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864699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B6B568E-C907-154F-B8B9-6B9E2D5F650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28600" y="3025140"/>
            <a:ext cx="5867400" cy="2362199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lnSpc>
                <a:spcPts val="8200"/>
              </a:lnSpc>
              <a:buNone/>
              <a:defRPr sz="7400" b="0" i="0">
                <a:solidFill>
                  <a:srgbClr val="042315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Thank you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CCBD17F1-1E79-1B44-8A60-7E2CF4ABDAC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33680" y="6361669"/>
            <a:ext cx="2616994" cy="17408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200" b="0" i="0">
                <a:solidFill>
                  <a:srgbClr val="042315"/>
                </a:solidFill>
                <a:latin typeface="TWK Everett" panose="020B0204000000000000" pitchFamily="34" charset="77"/>
              </a:defRPr>
            </a:lvl1pPr>
            <a:lvl2pPr marL="457200" indent="0">
              <a:buFont typeface="Arial" panose="020B0604020202020204" pitchFamily="34" charset="0"/>
              <a:buNone/>
              <a:defRPr/>
            </a:lvl2pPr>
          </a:lstStyle>
          <a:p>
            <a:pPr lvl="0"/>
            <a:r>
              <a:rPr lang="en-US"/>
              <a:t>Date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3E26CD3-2748-548C-83B5-5E750B0E60CA}"/>
              </a:ext>
            </a:extLst>
          </p:cNvPr>
          <p:cNvPicPr>
            <a:picLocks/>
          </p:cNvPicPr>
          <p:nvPr userDrawn="1"/>
        </p:nvPicPr>
        <p:blipFill rotWithShape="1">
          <a:blip r:embed="rId2"/>
          <a:srcRect l="72" r="59620"/>
          <a:stretch/>
        </p:blipFill>
        <p:spPr>
          <a:xfrm>
            <a:off x="7223861" y="0"/>
            <a:ext cx="4968139" cy="6858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613CECB-106E-AAF6-E14A-3B4FAE22DFD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32736" y="340490"/>
            <a:ext cx="1381538" cy="441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820732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ank You - Spruce">
    <p:bg>
      <p:bgPr>
        <a:solidFill>
          <a:srgbClr val="29707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B6B568E-C907-154F-B8B9-6B9E2D5F650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28600" y="3025140"/>
            <a:ext cx="5867400" cy="2362199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lnSpc>
                <a:spcPts val="8200"/>
              </a:lnSpc>
              <a:buNone/>
              <a:defRPr sz="7400" b="0" i="0">
                <a:solidFill>
                  <a:srgbClr val="FFFFFF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Thank you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CCBD17F1-1E79-1B44-8A60-7E2CF4ABDAC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33680" y="6361669"/>
            <a:ext cx="2616994" cy="17408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200" b="0" i="0">
                <a:solidFill>
                  <a:srgbClr val="FFFFFF"/>
                </a:solidFill>
                <a:latin typeface="TWK Everett" panose="020B0204000000000000" pitchFamily="34" charset="77"/>
              </a:defRPr>
            </a:lvl1pPr>
            <a:lvl2pPr marL="457200" indent="0">
              <a:buFont typeface="Arial" panose="020B0604020202020204" pitchFamily="34" charset="0"/>
              <a:buNone/>
              <a:defRPr/>
            </a:lvl2pPr>
          </a:lstStyle>
          <a:p>
            <a:pPr lvl="0"/>
            <a:r>
              <a:rPr lang="en-US"/>
              <a:t>Date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E8B1A74-0186-4F16-154F-C0CA099D8D40}"/>
              </a:ext>
            </a:extLst>
          </p:cNvPr>
          <p:cNvPicPr>
            <a:picLocks/>
          </p:cNvPicPr>
          <p:nvPr userDrawn="1"/>
        </p:nvPicPr>
        <p:blipFill rotWithShape="1">
          <a:blip r:embed="rId2"/>
          <a:srcRect l="52534" r="8274"/>
          <a:stretch/>
        </p:blipFill>
        <p:spPr>
          <a:xfrm>
            <a:off x="7409137" y="-6536"/>
            <a:ext cx="4782863" cy="686453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6916C62-D4F2-94EF-0013-DEF9F77B7BE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32734" y="342900"/>
            <a:ext cx="1381539" cy="441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15039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Dark Stone">
    <p:bg>
      <p:bgPr>
        <a:solidFill>
          <a:srgbClr val="3D3C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B6B568E-C907-154F-B8B9-6B9E2D5F650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8760" y="3017520"/>
            <a:ext cx="5867400" cy="235991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lnSpc>
                <a:spcPts val="8200"/>
              </a:lnSpc>
              <a:buNone/>
              <a:defRPr sz="74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Thank you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40255C1A-8C98-3045-A04D-F9D8B00E1D4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33680" y="6361669"/>
            <a:ext cx="2616994" cy="17408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  <a:lvl2pPr marL="457200" indent="0">
              <a:buFont typeface="Arial" panose="020B0604020202020204" pitchFamily="34" charset="0"/>
              <a:buNone/>
              <a:defRPr/>
            </a:lvl2pPr>
          </a:lstStyle>
          <a:p>
            <a:pPr lvl="0"/>
            <a:r>
              <a:rPr lang="en-US"/>
              <a:t>Date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2BA9267-A581-28E5-146C-BE83D8B2D3D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2734" y="342900"/>
            <a:ext cx="1381539" cy="441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066025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cloud with red wide trellis">
    <p:bg>
      <p:bgPr>
        <a:solidFill>
          <a:srgbClr val="F2F1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B6B568E-C907-154F-B8B9-6B9E2D5F650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28600" y="3025140"/>
            <a:ext cx="5867400" cy="2362199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lnSpc>
                <a:spcPts val="8200"/>
              </a:lnSpc>
              <a:buNone/>
              <a:defRPr sz="7400" b="0" i="0">
                <a:solidFill>
                  <a:schemeClr val="accent1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Thank you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CCBD17F1-1E79-1B44-8A60-7E2CF4ABDAC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33680" y="6361669"/>
            <a:ext cx="2616994" cy="17408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200" b="0" i="0">
                <a:solidFill>
                  <a:schemeClr val="accent1"/>
                </a:solidFill>
                <a:latin typeface="TWK Everett" panose="020B0204000000000000" pitchFamily="34" charset="77"/>
              </a:defRPr>
            </a:lvl1pPr>
            <a:lvl2pPr marL="457200" indent="0">
              <a:buFont typeface="Arial" panose="020B0604020202020204" pitchFamily="34" charset="0"/>
              <a:buNone/>
              <a:defRPr/>
            </a:lvl2pPr>
          </a:lstStyle>
          <a:p>
            <a:pPr lvl="0"/>
            <a:r>
              <a:rPr lang="en-US"/>
              <a:t>Date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BC9780E-D2E6-D84D-BDF3-7806F934F26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52528"/>
          <a:stretch/>
        </p:blipFill>
        <p:spPr>
          <a:xfrm>
            <a:off x="6240464" y="0"/>
            <a:ext cx="5951536" cy="6858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5C37961-8A30-48B5-418C-5C921E58AA3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30669" y="342900"/>
            <a:ext cx="1381538" cy="434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758914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cloud with red slim trellis">
    <p:bg>
      <p:bgPr>
        <a:solidFill>
          <a:srgbClr val="F2F1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B6B568E-C907-154F-B8B9-6B9E2D5F650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28600" y="3025140"/>
            <a:ext cx="5867400" cy="2362199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lnSpc>
                <a:spcPts val="8200"/>
              </a:lnSpc>
              <a:buNone/>
              <a:defRPr sz="7400" b="0" i="0">
                <a:solidFill>
                  <a:schemeClr val="accent1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Thank you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CCBD17F1-1E79-1B44-8A60-7E2CF4ABDAC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33680" y="6361669"/>
            <a:ext cx="2616994" cy="17408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200" b="0" i="0">
                <a:solidFill>
                  <a:schemeClr val="accent1"/>
                </a:solidFill>
                <a:latin typeface="TWK Everett" panose="020B0204000000000000" pitchFamily="34" charset="77"/>
              </a:defRPr>
            </a:lvl1pPr>
            <a:lvl2pPr marL="457200" indent="0">
              <a:buFont typeface="Arial" panose="020B0604020202020204" pitchFamily="34" charset="0"/>
              <a:buNone/>
              <a:defRPr/>
            </a:lvl2pPr>
          </a:lstStyle>
          <a:p>
            <a:pPr lvl="0"/>
            <a:r>
              <a:rPr lang="en-US"/>
              <a:t>Date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2121BAE-A4D8-B505-11EE-0A79783EE8CE}"/>
              </a:ext>
            </a:extLst>
          </p:cNvPr>
          <p:cNvPicPr>
            <a:picLocks/>
          </p:cNvPicPr>
          <p:nvPr userDrawn="1"/>
        </p:nvPicPr>
        <p:blipFill>
          <a:blip r:embed="rId2"/>
          <a:srcRect t="148" b="148"/>
          <a:stretch/>
        </p:blipFill>
        <p:spPr>
          <a:xfrm>
            <a:off x="7972926" y="-9814"/>
            <a:ext cx="4227443" cy="688106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85214A1-F1E6-238A-8C4C-F61A8FDA2CB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30669" y="342900"/>
            <a:ext cx="1381538" cy="434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15007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skye with red wide trelllis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B6B568E-C907-154F-B8B9-6B9E2D5F650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28600" y="3025140"/>
            <a:ext cx="5867400" cy="2362199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lnSpc>
                <a:spcPts val="8200"/>
              </a:lnSpc>
              <a:buNone/>
              <a:defRPr sz="7400" b="0" i="0">
                <a:solidFill>
                  <a:schemeClr val="accent1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Thank you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CCBD17F1-1E79-1B44-8A60-7E2CF4ABDAC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33680" y="6361669"/>
            <a:ext cx="2616994" cy="17408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200" b="0" i="0">
                <a:solidFill>
                  <a:schemeClr val="accent1"/>
                </a:solidFill>
                <a:latin typeface="TWK Everett" panose="020B0204000000000000" pitchFamily="34" charset="77"/>
              </a:defRPr>
            </a:lvl1pPr>
            <a:lvl2pPr marL="457200" indent="0">
              <a:buFont typeface="Arial" panose="020B0604020202020204" pitchFamily="34" charset="0"/>
              <a:buNone/>
              <a:defRPr/>
            </a:lvl2pPr>
          </a:lstStyle>
          <a:p>
            <a:pPr lvl="0"/>
            <a:r>
              <a:rPr lang="en-US"/>
              <a:t>Date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BC9780E-D2E6-D84D-BDF3-7806F934F26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52528"/>
          <a:stretch/>
        </p:blipFill>
        <p:spPr>
          <a:xfrm>
            <a:off x="6240464" y="0"/>
            <a:ext cx="5951536" cy="6858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9E4A34D-B31C-7499-8FAD-F613268F1D3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30669" y="342900"/>
            <a:ext cx="1381538" cy="434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995738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# Chapter Divider Warm Re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4BA1A07-99D9-3B4B-A9A3-00AA4EB9398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524000" y="4233747"/>
            <a:ext cx="9144000" cy="21336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Insert description here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C7B951C-B2F3-E94C-AC3A-13262C8321EB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190012" y="224042"/>
            <a:ext cx="1223963" cy="900113"/>
          </a:xfrm>
          <a:prstGeom prst="rect">
            <a:avLst/>
          </a:prstGeom>
          <a:ln>
            <a:noFill/>
          </a:ln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6700" b="0" i="0">
                <a:ln w="12700">
                  <a:solidFill>
                    <a:schemeClr val="bg1"/>
                  </a:solidFill>
                </a:ln>
                <a:noFill/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6DC22C86-3B9C-2A46-B98A-63FC1E9FD95F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1497762" y="224042"/>
            <a:ext cx="9166302" cy="2878717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6700" b="0" i="0">
                <a:ln w="12700">
                  <a:noFill/>
                </a:ln>
                <a:solidFill>
                  <a:schemeClr val="bg1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Chapter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9DF43DD-879C-2862-D182-23BB916F4BE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1" y="6344685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413615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# Chapter Divider Green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137EA74C-DA8D-E649-936D-35DAC3DD064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524000" y="4233747"/>
            <a:ext cx="9144000" cy="21336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600" b="0" i="0">
                <a:solidFill>
                  <a:srgbClr val="042315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Insert description here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FAD0ECB-B0E1-4EDB-A882-B948106DF00E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190012" y="224042"/>
            <a:ext cx="1223963" cy="900113"/>
          </a:xfrm>
          <a:prstGeom prst="rect">
            <a:avLst/>
          </a:prstGeom>
          <a:ln>
            <a:noFill/>
          </a:ln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6700" b="0" i="0">
                <a:ln w="12700">
                  <a:solidFill>
                    <a:srgbClr val="042315"/>
                  </a:solidFill>
                </a:ln>
                <a:noFill/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3B40DA44-98EC-4941-9A77-566EB2D21F31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1497762" y="224042"/>
            <a:ext cx="9166302" cy="2878717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6700" b="0" i="0">
                <a:ln w="12700">
                  <a:noFill/>
                </a:ln>
                <a:solidFill>
                  <a:srgbClr val="042315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Chapter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2CF8F17-D3E7-A38A-1731-86BA574147B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1" y="6343599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556016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# Chapter Divider Spruce">
    <p:bg>
      <p:bgPr>
        <a:solidFill>
          <a:srgbClr val="29707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4BA1A07-99D9-3B4B-A9A3-00AA4EB9398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524000" y="4233747"/>
            <a:ext cx="9144000" cy="21336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Insert description here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C7B951C-B2F3-E94C-AC3A-13262C8321EB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190012" y="224042"/>
            <a:ext cx="1223963" cy="900113"/>
          </a:xfrm>
          <a:prstGeom prst="rect">
            <a:avLst/>
          </a:prstGeom>
          <a:ln>
            <a:noFill/>
          </a:ln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6700" b="0" i="0">
                <a:ln w="12700">
                  <a:solidFill>
                    <a:schemeClr val="bg1"/>
                  </a:solidFill>
                </a:ln>
                <a:noFill/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6DC22C86-3B9C-2A46-B98A-63FC1E9FD95F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1497762" y="224042"/>
            <a:ext cx="9166302" cy="2878717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6700" b="0" i="0">
                <a:ln w="12700">
                  <a:noFill/>
                </a:ln>
                <a:solidFill>
                  <a:schemeClr val="bg1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Chapter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495B199-FAB6-2E6F-A671-93DF3AD6195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1" y="6344685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545996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# Chapter Divider Dark Stone">
    <p:bg>
      <p:bgPr>
        <a:solidFill>
          <a:srgbClr val="3D3C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4BA1A07-99D9-3B4B-A9A3-00AA4EB9398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524000" y="4233747"/>
            <a:ext cx="9144000" cy="21336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Insert description here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C7B951C-B2F3-E94C-AC3A-13262C8321EB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190012" y="224042"/>
            <a:ext cx="1223963" cy="900113"/>
          </a:xfrm>
          <a:prstGeom prst="rect">
            <a:avLst/>
          </a:prstGeom>
          <a:ln>
            <a:noFill/>
          </a:ln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6700" b="0" i="0">
                <a:ln w="12700">
                  <a:solidFill>
                    <a:schemeClr val="bg1"/>
                  </a:solidFill>
                </a:ln>
                <a:noFill/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6DC22C86-3B9C-2A46-B98A-63FC1E9FD95F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1497762" y="224042"/>
            <a:ext cx="9166302" cy="2878717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6700" b="0" i="0">
                <a:ln w="12700">
                  <a:noFill/>
                </a:ln>
                <a:solidFill>
                  <a:schemeClr val="bg1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Chapter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57E0C61-5106-8E10-CCDD-9D7A8F4C766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1" y="6344685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812886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Divider Cloud">
    <p:bg>
      <p:bgPr>
        <a:solidFill>
          <a:srgbClr val="F2F1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6CC754FC-6B1F-0448-97FB-2208D732A01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524000" y="4233747"/>
            <a:ext cx="9144000" cy="21336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600" b="0" i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Insert description here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D6BAC55-8C3C-4599-8C59-20D138865900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190012" y="224042"/>
            <a:ext cx="1223963" cy="90011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6700" b="0" i="0">
                <a:ln w="12700">
                  <a:solidFill>
                    <a:srgbClr val="3D3C3C"/>
                  </a:solidFill>
                </a:ln>
                <a:noFill/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01581BA-ADBF-4A98-9C93-3741A8616464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1497762" y="224042"/>
            <a:ext cx="9166302" cy="2878717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6700" b="0" i="0">
                <a:ln w="12700">
                  <a:noFill/>
                </a:ln>
                <a:solidFill>
                  <a:srgbClr val="3D3C3C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Chapter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F088030-068E-0983-5097-3CDA0C27753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0" y="6342513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150169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Divider Blue">
    <p:bg>
      <p:bgPr>
        <a:solidFill>
          <a:srgbClr val="DDED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4C11FB87-C14F-164F-AA85-F14D4AA3431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524000" y="4233747"/>
            <a:ext cx="9144000" cy="21336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600" b="0" i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Insert description here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BE8EF94-EB7B-AA48-95A2-30B1DAB6AC22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1497762" y="219885"/>
            <a:ext cx="9166302" cy="2878717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6700" b="0" i="0">
                <a:ln w="12700">
                  <a:noFill/>
                </a:ln>
                <a:solidFill>
                  <a:srgbClr val="FF462D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Chapter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3CB874B7-E306-D146-93DB-034442038E2C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190012" y="219885"/>
            <a:ext cx="1223963" cy="900113"/>
          </a:xfrm>
          <a:prstGeom prst="rect">
            <a:avLst/>
          </a:prstGeom>
          <a:ln>
            <a:noFill/>
          </a:ln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6700" b="0" i="0">
                <a:ln w="12700">
                  <a:solidFill>
                    <a:srgbClr val="FF462D"/>
                  </a:solidFill>
                </a:ln>
                <a:noFill/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02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C40EE3F-AFF8-B11E-4974-11B573EF7F6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0" y="6342513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719087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Divider Image">
    <p:bg>
      <p:bgPr>
        <a:solidFill>
          <a:srgbClr val="3D3C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23901EE6-A7CE-4A4F-862C-5742DA834FDF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PHOTO HERE AND SEND TO BACK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137EA74C-DA8D-E649-936D-35DAC3DD064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524000" y="4233747"/>
            <a:ext cx="9144000" cy="21336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Insert description here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FAD0ECB-B0E1-4EDB-A882-B948106DF00E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190012" y="224042"/>
            <a:ext cx="1223963" cy="900113"/>
          </a:xfrm>
          <a:prstGeom prst="rect">
            <a:avLst/>
          </a:prstGeom>
          <a:ln>
            <a:noFill/>
          </a:ln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6700" b="0" i="0">
                <a:ln w="12700">
                  <a:solidFill>
                    <a:schemeClr val="bg1"/>
                  </a:solidFill>
                </a:ln>
                <a:noFill/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3B40DA44-98EC-4941-9A77-566EB2D21F31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1497762" y="224042"/>
            <a:ext cx="9166302" cy="2878717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6700" b="0" i="0">
                <a:ln w="12700">
                  <a:noFill/>
                </a:ln>
                <a:solidFill>
                  <a:schemeClr val="bg1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Chapter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F909E4A-C79A-8BF3-E73E-7F38D6005AD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1" y="6344685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645014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Warm Re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F8A78571-3B6A-804A-9424-90782341222A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190958" y="216958"/>
            <a:ext cx="5889702" cy="2441347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6700" b="0" i="0">
                <a:ln w="12700">
                  <a:noFill/>
                </a:ln>
                <a:solidFill>
                  <a:schemeClr val="bg1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Chapter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9BB170-C560-6D47-BE04-7215B1F1BEDE}"/>
              </a:ext>
            </a:extLst>
          </p:cNvPr>
          <p:cNvPicPr>
            <a:picLocks/>
          </p:cNvPicPr>
          <p:nvPr userDrawn="1"/>
        </p:nvPicPr>
        <p:blipFill>
          <a:blip r:embed="rId2"/>
          <a:srcRect l="30404" r="30404"/>
          <a:stretch/>
        </p:blipFill>
        <p:spPr>
          <a:xfrm>
            <a:off x="7409137" y="-6536"/>
            <a:ext cx="4782863" cy="6864536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E1A4FD46-B420-6C42-AEF7-528F16D610F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33401" y="6344685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938273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pring Green">
    <p:bg>
      <p:bgPr>
        <a:solidFill>
          <a:srgbClr val="4CDD8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4318370-B4B9-460A-B95E-D130A6939B5A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190958" y="216958"/>
            <a:ext cx="5889702" cy="2441347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6700" b="0" i="0">
                <a:ln w="12700">
                  <a:noFill/>
                </a:ln>
                <a:solidFill>
                  <a:srgbClr val="042315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Chapter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B8DFD8F-EF20-1F67-F7FC-11C0BF987F8C}"/>
              </a:ext>
            </a:extLst>
          </p:cNvPr>
          <p:cNvPicPr>
            <a:picLocks/>
          </p:cNvPicPr>
          <p:nvPr userDrawn="1"/>
        </p:nvPicPr>
        <p:blipFill rotWithShape="1">
          <a:blip r:embed="rId2"/>
          <a:srcRect l="198" r="18826"/>
          <a:stretch/>
        </p:blipFill>
        <p:spPr>
          <a:xfrm>
            <a:off x="7443995" y="0"/>
            <a:ext cx="4968139" cy="6858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C70E6AA-15B9-9F94-7DF1-B554F9935E9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33401" y="6343599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94586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pruce">
    <p:bg>
      <p:bgPr>
        <a:solidFill>
          <a:srgbClr val="29707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0733665-B5FA-4BFE-A8A0-860EAB727A95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190958" y="216958"/>
            <a:ext cx="5889702" cy="2441347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6700" b="0" i="0">
                <a:ln w="12700">
                  <a:noFill/>
                </a:ln>
                <a:solidFill>
                  <a:schemeClr val="bg1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Chapter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07C94A8-5005-5268-2AF8-F2AE71C69F4C}"/>
              </a:ext>
            </a:extLst>
          </p:cNvPr>
          <p:cNvPicPr>
            <a:picLocks/>
          </p:cNvPicPr>
          <p:nvPr userDrawn="1"/>
        </p:nvPicPr>
        <p:blipFill rotWithShape="1">
          <a:blip r:embed="rId2"/>
          <a:srcRect l="39988" r="20820"/>
          <a:stretch/>
        </p:blipFill>
        <p:spPr>
          <a:xfrm>
            <a:off x="7409137" y="-6536"/>
            <a:ext cx="4782863" cy="6864536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7287DB1-0A3C-3279-F51E-84F912777AA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33401" y="6344685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169658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Dark Stone">
    <p:bg>
      <p:bgPr>
        <a:solidFill>
          <a:srgbClr val="3D3C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C402DA3-C165-49D0-AFF1-BE1A3104A856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190958" y="216958"/>
            <a:ext cx="5889702" cy="2441347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6700" b="0" i="0">
                <a:ln w="12700">
                  <a:noFill/>
                </a:ln>
                <a:solidFill>
                  <a:schemeClr val="bg1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Chapter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6EC1E95-6239-53A3-732A-02A9068D0F4D}"/>
              </a:ext>
            </a:extLst>
          </p:cNvPr>
          <p:cNvPicPr>
            <a:picLocks/>
          </p:cNvPicPr>
          <p:nvPr userDrawn="1"/>
        </p:nvPicPr>
        <p:blipFill rotWithShape="1">
          <a:blip r:embed="rId2"/>
          <a:srcRect l="39988" r="20820"/>
          <a:stretch/>
        </p:blipFill>
        <p:spPr>
          <a:xfrm>
            <a:off x="7409137" y="-6536"/>
            <a:ext cx="4782863" cy="6864536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958FA21-D51B-D772-0838-48EE8650DBA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33401" y="6344685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738313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Digital Dark Earth">
    <p:bg>
      <p:bgPr>
        <a:solidFill>
          <a:srgbClr val="5650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4318370-B4B9-460A-B95E-D130A6939B5A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190958" y="216958"/>
            <a:ext cx="5889702" cy="2441347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6700" b="0" i="0">
                <a:ln w="12700">
                  <a:noFill/>
                </a:ln>
                <a:solidFill>
                  <a:schemeClr val="bg1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Chapter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531BFE6-FC6B-4852-1256-CA06F4A8B78C}"/>
              </a:ext>
            </a:extLst>
          </p:cNvPr>
          <p:cNvPicPr>
            <a:picLocks/>
          </p:cNvPicPr>
          <p:nvPr userDrawn="1"/>
        </p:nvPicPr>
        <p:blipFill rotWithShape="1">
          <a:blip r:embed="rId2"/>
          <a:srcRect l="52534" r="8274"/>
          <a:stretch/>
        </p:blipFill>
        <p:spPr>
          <a:xfrm>
            <a:off x="7409137" y="-6536"/>
            <a:ext cx="4782863" cy="6864536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9F6B61B-801A-7540-5B03-3ABCE87DCFC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33401" y="6344685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320078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 Spring Green">
    <p:bg>
      <p:bgPr>
        <a:solidFill>
          <a:srgbClr val="F2F1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4318370-B4B9-460A-B95E-D130A6939B5A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190958" y="216958"/>
            <a:ext cx="5889702" cy="2441347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6700" b="0" i="0">
                <a:ln w="12700">
                  <a:noFill/>
                </a:ln>
                <a:solidFill>
                  <a:srgbClr val="FF462D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Chapter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12D8CA5-4238-AD4E-87C0-C2F89894E1A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52528"/>
          <a:stretch/>
        </p:blipFill>
        <p:spPr>
          <a:xfrm>
            <a:off x="6240464" y="0"/>
            <a:ext cx="5951536" cy="6858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9F58A63-2047-9F53-21EB-7BD64694807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33400" y="6342513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71475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kye">
    <p:bg>
      <p:bgPr>
        <a:solidFill>
          <a:srgbClr val="E4F4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4318370-B4B9-460A-B95E-D130A6939B5A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190958" y="216958"/>
            <a:ext cx="5889702" cy="2441347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6700" b="0" i="0">
                <a:ln w="12700">
                  <a:noFill/>
                </a:ln>
                <a:solidFill>
                  <a:srgbClr val="FF462D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Chapter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12D8CA5-4238-AD4E-87C0-C2F89894E1A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52528"/>
          <a:stretch/>
        </p:blipFill>
        <p:spPr>
          <a:xfrm>
            <a:off x="6240464" y="0"/>
            <a:ext cx="5951536" cy="6858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24EE11F4-18B4-34E7-293D-2740372D0EC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33400" y="6342513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290403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22E15C3-C2A6-DC48-80F6-132467E90B3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17449" y="1169900"/>
            <a:ext cx="1042290" cy="2971902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4400" b="0" i="0">
                <a:ln w="12700">
                  <a:solidFill>
                    <a:srgbClr val="042315"/>
                  </a:solidFill>
                </a:ln>
                <a:noFill/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01</a:t>
            </a:r>
          </a:p>
          <a:p>
            <a:pPr lvl="0"/>
            <a:r>
              <a:rPr lang="en-US"/>
              <a:t>02</a:t>
            </a:r>
          </a:p>
          <a:p>
            <a:pPr lvl="0"/>
            <a:r>
              <a:rPr lang="en-US"/>
              <a:t>03</a:t>
            </a:r>
          </a:p>
          <a:p>
            <a:pPr lvl="0"/>
            <a:r>
              <a:rPr lang="en-US"/>
              <a:t>04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8351100-00A3-BB45-901F-81B0F8E8E0ED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1512849" y="1169899"/>
            <a:ext cx="7420028" cy="4222537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4400" b="0" i="0">
                <a:ln w="12700">
                  <a:noFill/>
                </a:ln>
                <a:solidFill>
                  <a:srgbClr val="042315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Chapter</a:t>
            </a:r>
          </a:p>
          <a:p>
            <a:pPr lvl="0"/>
            <a:r>
              <a:rPr lang="en-US"/>
              <a:t>Chapter</a:t>
            </a:r>
          </a:p>
          <a:p>
            <a:pPr lvl="0"/>
            <a:r>
              <a:rPr lang="en-US"/>
              <a:t>Chapter</a:t>
            </a:r>
          </a:p>
          <a:p>
            <a:pPr lvl="0"/>
            <a:r>
              <a:rPr lang="en-US"/>
              <a:t>Chapter</a:t>
            </a:r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88451C69-4432-45D6-BB5C-72DFA0297B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600" y="339006"/>
            <a:ext cx="5410200" cy="39347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b="0" i="0">
                <a:solidFill>
                  <a:srgbClr val="042315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Agenda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D7E52CC-0F2B-E272-F6FF-EC4EE74C0B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0" y="6342513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829905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bg>
      <p:bgPr>
        <a:solidFill>
          <a:srgbClr val="F2F1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A5CDD57-D1A6-D140-B3A1-649C3BED6AC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16250" y="1169900"/>
            <a:ext cx="1042290" cy="2971902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4400" b="0" i="0">
                <a:ln w="12700">
                  <a:solidFill>
                    <a:srgbClr val="3D3C3C"/>
                  </a:solidFill>
                </a:ln>
                <a:noFill/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01</a:t>
            </a:r>
          </a:p>
          <a:p>
            <a:pPr lvl="0"/>
            <a:r>
              <a:rPr lang="en-US"/>
              <a:t>02</a:t>
            </a:r>
          </a:p>
          <a:p>
            <a:pPr lvl="0"/>
            <a:r>
              <a:rPr lang="en-US"/>
              <a:t>03</a:t>
            </a:r>
          </a:p>
          <a:p>
            <a:pPr lvl="0"/>
            <a:r>
              <a:rPr lang="en-US"/>
              <a:t>04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49B6D032-5AFE-C842-B1D6-D212C39ED609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1514894" y="1169899"/>
            <a:ext cx="7420028" cy="4222537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4400" b="0" i="0">
                <a:ln w="12700">
                  <a:noFill/>
                </a:ln>
                <a:solidFill>
                  <a:srgbClr val="3D3C3C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Chapter</a:t>
            </a:r>
          </a:p>
          <a:p>
            <a:pPr lvl="0"/>
            <a:r>
              <a:rPr lang="en-US"/>
              <a:t>Chapter</a:t>
            </a:r>
          </a:p>
          <a:p>
            <a:pPr lvl="0"/>
            <a:r>
              <a:rPr lang="en-US"/>
              <a:t>Chapter</a:t>
            </a:r>
          </a:p>
          <a:p>
            <a:pPr lvl="0"/>
            <a:r>
              <a:rPr lang="en-US"/>
              <a:t>Chapter</a:t>
            </a:r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2337892B-8722-4084-BE4B-618522AA50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600" y="339006"/>
            <a:ext cx="5410200" cy="39347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b="0" i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Agenda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9209021-D0EC-94C4-1D15-E51210D0549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0" y="6342513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215892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3">
    <p:bg>
      <p:bgPr>
        <a:solidFill>
          <a:srgbClr val="DDED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CAEB9F49-EEFB-174B-A4D2-63CE4B73D39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16250" y="1169900"/>
            <a:ext cx="1042290" cy="2971902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4400" b="0" i="0">
                <a:ln w="12700">
                  <a:solidFill>
                    <a:schemeClr val="accent1"/>
                  </a:solidFill>
                </a:ln>
                <a:noFill/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01</a:t>
            </a:r>
          </a:p>
          <a:p>
            <a:pPr lvl="0"/>
            <a:r>
              <a:rPr lang="en-US"/>
              <a:t>02</a:t>
            </a:r>
          </a:p>
          <a:p>
            <a:pPr lvl="0"/>
            <a:r>
              <a:rPr lang="en-US"/>
              <a:t>03</a:t>
            </a:r>
          </a:p>
          <a:p>
            <a:pPr lvl="0"/>
            <a:r>
              <a:rPr lang="en-US"/>
              <a:t>04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A3606B28-53C4-C149-A5FD-DC39EC1569C5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1514894" y="1169899"/>
            <a:ext cx="7420028" cy="4222537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4400" b="0" i="0">
                <a:ln w="12700">
                  <a:noFill/>
                </a:ln>
                <a:solidFill>
                  <a:schemeClr val="accent1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Chapter</a:t>
            </a:r>
          </a:p>
          <a:p>
            <a:pPr lvl="0"/>
            <a:r>
              <a:rPr lang="en-US"/>
              <a:t>Chapter</a:t>
            </a:r>
          </a:p>
          <a:p>
            <a:pPr lvl="0"/>
            <a:r>
              <a:rPr lang="en-US"/>
              <a:t>Chapter</a:t>
            </a:r>
          </a:p>
          <a:p>
            <a:pPr lvl="0"/>
            <a:r>
              <a:rPr lang="en-US"/>
              <a:t>Chapter</a:t>
            </a:r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C63CC257-99FA-4AE1-ADB7-A1565E4EDD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600" y="339006"/>
            <a:ext cx="5410200" cy="39347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b="0" i="0">
                <a:solidFill>
                  <a:schemeClr val="accent1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Agenda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EDD6FDF-D9B7-FDCE-CF9B-9A487AD1BCE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0" y="6342513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700031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or Statement - Half Imag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CEA1C768-0E11-014B-9CDB-56E0BDD0C8C4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7620000" y="0"/>
            <a:ext cx="4557712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PHOTO HERE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F4BF465B-5495-3F48-8347-2AAEAF979E6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97162" y="1528647"/>
            <a:ext cx="7019926" cy="36195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7200" b="0" i="0">
                <a:solidFill>
                  <a:srgbClr val="042315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Quote or statement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33D2F460-B831-3F4D-B439-F9CC8036DA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</a:lstStyle>
          <a:p>
            <a:fld id="{BB55D76A-9B6E-CD41-ABBE-F6C938295BA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630B31AA-5271-7F45-90C7-D043A42015D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599" y="294417"/>
            <a:ext cx="2819401" cy="28107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0" i="0">
                <a:solidFill>
                  <a:srgbClr val="042315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heading here</a:t>
            </a:r>
          </a:p>
        </p:txBody>
      </p:sp>
      <p:sp>
        <p:nvSpPr>
          <p:cNvPr id="14" name="Text Placeholder 57">
            <a:extLst>
              <a:ext uri="{FF2B5EF4-FFF2-40B4-BE49-F238E27FC236}">
                <a16:creationId xmlns:a16="http://schemas.microsoft.com/office/drawing/2014/main" id="{2DD52D0F-13FB-4843-AAA6-1D8F14BAD6D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28600" y="712673"/>
            <a:ext cx="2819554" cy="3108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400" b="0" i="0" dirty="0" smtClean="0">
                <a:solidFill>
                  <a:srgbClr val="042315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Add subheading here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7A0A08F-55BB-41B4-2946-AF913B5B7A0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1" y="6343599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799193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or Statement Full Ima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CEA1C768-0E11-014B-9CDB-56E0BDD0C8C4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0" y="-12192"/>
            <a:ext cx="121920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PHOTO HERE AND SEND TO BACK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01667CA7-79BC-5E48-BDE0-776E99AFF11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97162" y="1528647"/>
            <a:ext cx="5069782" cy="36195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72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Quote or statement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639BBFD-7D67-0149-BBF4-BC38D780C7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</a:lstStyle>
          <a:p>
            <a:fld id="{BB55D76A-9B6E-CD41-ABBE-F6C938295BA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02075C5-8425-1984-C059-D79630B6043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1" y="6344685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398487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or Statement - Cloud - Vital K">
    <p:bg>
      <p:bgPr>
        <a:solidFill>
          <a:srgbClr val="F2F1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F4BF465B-5495-3F48-8347-2AAEAF979E6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92590" y="153318"/>
            <a:ext cx="7019925" cy="4605480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7200" b="0" i="0">
                <a:solidFill>
                  <a:schemeClr val="accent1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Quote or statement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2C577BF-4568-F048-96BF-528E254084D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" r="47580" b="47410"/>
          <a:stretch/>
        </p:blipFill>
        <p:spPr>
          <a:xfrm>
            <a:off x="7643813" y="354709"/>
            <a:ext cx="2264275" cy="3074291"/>
          </a:xfrm>
          <a:prstGeom prst="rect">
            <a:avLst/>
          </a:prstGeom>
        </p:spPr>
      </p:pic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7D3F953-AAA5-7545-AE20-48383DE984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</a:lstStyle>
          <a:p>
            <a:fld id="{BB55D76A-9B6E-CD41-ABBE-F6C938295BA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397DB1B-FE1E-E448-9143-FC5C6346E9E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42944" t="37307"/>
          <a:stretch/>
        </p:blipFill>
        <p:spPr>
          <a:xfrm>
            <a:off x="9507255" y="2704605"/>
            <a:ext cx="2464580" cy="366489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5474A35-724F-B158-82FE-093A8B84BE5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33400" y="6342513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078556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or Statment Spring Green - Vital K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B3C1E6D-113A-9649-83C5-3795F2D118F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47728" b="44362"/>
          <a:stretch/>
        </p:blipFill>
        <p:spPr>
          <a:xfrm>
            <a:off x="7648461" y="354710"/>
            <a:ext cx="2251002" cy="324250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0157CC1-5343-204C-A4BE-4F94CF2C7DE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46347" t="42760"/>
          <a:stretch/>
        </p:blipFill>
        <p:spPr>
          <a:xfrm>
            <a:off x="9652958" y="3033687"/>
            <a:ext cx="2310441" cy="3335810"/>
          </a:xfrm>
          <a:prstGeom prst="rect">
            <a:avLst/>
          </a:prstGeom>
        </p:spPr>
      </p:pic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A3097A11-4D17-2E43-A878-096101EDF80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88057" y="151679"/>
            <a:ext cx="7019925" cy="4605480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7200" b="0" i="0">
                <a:solidFill>
                  <a:srgbClr val="042315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Quote or statement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DDC77D9-FE3E-294B-A9F4-0AAD8E3DBB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</a:lstStyle>
          <a:p>
            <a:fld id="{BB55D76A-9B6E-CD41-ABBE-F6C938295BA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DB58BDD-A8C3-D19B-5415-225F0E31DF2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33401" y="6343599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826883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or Statment Spruce - Vital K">
    <p:bg>
      <p:bgPr>
        <a:solidFill>
          <a:srgbClr val="29707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5A1DCC84-DA1E-1F44-94A6-435D1A421E9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43139" t="44975"/>
          <a:stretch/>
        </p:blipFill>
        <p:spPr>
          <a:xfrm>
            <a:off x="9515690" y="3161495"/>
            <a:ext cx="2456145" cy="321662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C813B77-D11D-9F4C-B80E-BB2CEC44BA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48095" b="46156"/>
          <a:stretch/>
        </p:blipFill>
        <p:spPr>
          <a:xfrm>
            <a:off x="7643813" y="354710"/>
            <a:ext cx="2242059" cy="3147616"/>
          </a:xfrm>
          <a:prstGeom prst="rect">
            <a:avLst/>
          </a:prstGeom>
        </p:spPr>
      </p:pic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3321FF5E-55C3-B24F-AE4E-C8C47F0B7A7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92590" y="145569"/>
            <a:ext cx="7019925" cy="4605480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72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Quote or statement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84894447-9EDE-8844-9EA6-97492F9830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</a:lstStyle>
          <a:p>
            <a:fld id="{BB55D76A-9B6E-CD41-ABBE-F6C938295BA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D93CDD1-9D4A-3A59-6005-8B955111DB3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33401" y="6344685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193077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or Statment - Warm Red - Ima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D4395F-3F20-C24B-919A-8D414FBD263F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6096000" y="0"/>
            <a:ext cx="6096000" cy="6858000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ADD PHOTO HERE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3321FF5E-55C3-B24F-AE4E-C8C47F0B7A7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11736" y="287072"/>
            <a:ext cx="5424477" cy="4931931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32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Quote or statement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84894447-9EDE-8844-9EA6-97492F9830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</a:lstStyle>
          <a:p>
            <a:fld id="{BB55D76A-9B6E-CD41-ABBE-F6C938295BA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8967B83-B4A1-EAC4-81F9-10CC185DA12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1" y="6344685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978193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/ Bio &amp; Headsho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A14206-8F94-F74F-9E18-B76A2B17131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276600" y="1714500"/>
            <a:ext cx="8343900" cy="25527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4400" b="0" i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Add quote here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2138F432-5BED-3F4B-8ED4-8EEB958CBFF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76600" y="4986748"/>
            <a:ext cx="2933698" cy="32861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600" b="0" i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Name Last</a:t>
            </a:r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97A6693A-13CB-8F4A-906F-849570EEA7A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28600" y="1714499"/>
            <a:ext cx="2590800" cy="255270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latin typeface="TWK Everett" panose="020B0204000000000000" pitchFamily="34" charset="77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42B41FB8-9A6B-504A-99EB-068E8A2DF0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</a:lstStyle>
          <a:p>
            <a:fld id="{BB55D76A-9B6E-CD41-ABBE-F6C938295BA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AF34D7E2-E0D9-6E49-AB65-D1B0448849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599" y="293125"/>
            <a:ext cx="10439401" cy="28107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0" i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heading here</a:t>
            </a:r>
          </a:p>
        </p:txBody>
      </p:sp>
      <p:sp>
        <p:nvSpPr>
          <p:cNvPr id="14" name="Text Placeholder 57">
            <a:extLst>
              <a:ext uri="{FF2B5EF4-FFF2-40B4-BE49-F238E27FC236}">
                <a16:creationId xmlns:a16="http://schemas.microsoft.com/office/drawing/2014/main" id="{006231EF-8E10-424C-A594-67CA70BB178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28600" y="712673"/>
            <a:ext cx="10439966" cy="3108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400" b="0" i="0" dirty="0" smtClean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Add subheading here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D9D4A78-BF3E-FE22-6CF0-9EB05EE2BE9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0" y="6342513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610015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Body Text">
    <p:bg>
      <p:bgPr>
        <a:solidFill>
          <a:srgbClr val="F2F1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2EF6E0-637A-EC45-B311-C2F430F974E2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228600" y="1321724"/>
            <a:ext cx="7011974" cy="4698076"/>
          </a:xfrm>
          <a:prstGeom prst="rect">
            <a:avLst/>
          </a:prstGeom>
        </p:spPr>
        <p:txBody>
          <a:bodyPr l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200" b="0" i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</a:lstStyle>
          <a:p>
            <a:pPr>
              <a:lnSpc>
                <a:spcPct val="100000"/>
              </a:lnSpc>
            </a:pPr>
            <a:r>
              <a:rPr lang="en-US"/>
              <a:t>Add body text here—Lorem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AE56B890-508D-894E-9ED0-A18663506A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</a:lstStyle>
          <a:p>
            <a:fld id="{BB55D76A-9B6E-CD41-ABBE-F6C938295BA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44383610-D668-8544-B7D6-2F1AACA3E5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600" y="293125"/>
            <a:ext cx="7391000" cy="28107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0" i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heading here</a:t>
            </a:r>
          </a:p>
        </p:txBody>
      </p:sp>
      <p:sp>
        <p:nvSpPr>
          <p:cNvPr id="17" name="Text Placeholder 57">
            <a:extLst>
              <a:ext uri="{FF2B5EF4-FFF2-40B4-BE49-F238E27FC236}">
                <a16:creationId xmlns:a16="http://schemas.microsoft.com/office/drawing/2014/main" id="{A0CA2C9B-4F75-0446-9529-6658799FB93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28600" y="712673"/>
            <a:ext cx="7391400" cy="3108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400" b="0" i="0" dirty="0" smtClean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Add subheading here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6C3ACE9-3AC8-E944-3F51-CB51F0E5E49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0" y="6342513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1008497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AB9055CB-6CA5-2D49-B09E-1EA176EAB5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24040" y="1877234"/>
            <a:ext cx="8919959" cy="351981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3200" b="0" i="0">
                <a:solidFill>
                  <a:srgbClr val="3D3C3C"/>
                </a:solidFill>
                <a:latin typeface="TWK Everett" panose="020B0204000000000000" pitchFamily="34" charset="77"/>
                <a:cs typeface="Arial" panose="020B0604020202020204" pitchFamily="34" charset="0"/>
              </a:defRPr>
            </a:lvl1pPr>
            <a:lvl2pPr marL="457200" indent="0">
              <a:buNone/>
              <a:defRPr sz="1600">
                <a:solidFill>
                  <a:schemeClr val="tx2"/>
                </a:solidFill>
                <a:latin typeface="TWK Everett" panose="020B0204000000000000" pitchFamily="34" charset="77"/>
                <a:cs typeface="Arial" panose="020B0604020202020204" pitchFamily="34" charset="0"/>
              </a:defRPr>
            </a:lvl2pPr>
            <a:lvl3pPr marL="914400" indent="0">
              <a:buNone/>
              <a:defRPr sz="1400">
                <a:solidFill>
                  <a:schemeClr val="tx2"/>
                </a:solidFill>
                <a:latin typeface="TWK Everett" panose="020B0204000000000000" pitchFamily="34" charset="77"/>
                <a:cs typeface="Arial" panose="020B0604020202020204" pitchFamily="34" charset="0"/>
              </a:defRPr>
            </a:lvl3pPr>
            <a:lvl4pPr marL="1371600" indent="0">
              <a:buNone/>
              <a:defRPr sz="1200">
                <a:solidFill>
                  <a:schemeClr val="tx2"/>
                </a:solidFill>
                <a:latin typeface="TWK Everett" panose="020B0204000000000000" pitchFamily="34" charset="77"/>
                <a:cs typeface="Arial" panose="020B0604020202020204" pitchFamily="34" charset="0"/>
              </a:defRPr>
            </a:lvl4pPr>
            <a:lvl5pPr marL="1828800" indent="0">
              <a:buNone/>
              <a:defRPr sz="1200">
                <a:solidFill>
                  <a:schemeClr val="tx2"/>
                </a:solidFill>
                <a:latin typeface="TWK Everett" panose="020B0204000000000000" pitchFamily="34" charset="77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Add body text here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EF1E4B41-BB92-7648-895C-DEDFFB103A5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8600" y="1547793"/>
            <a:ext cx="8915400" cy="26909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buNone/>
              <a:defRPr sz="1400" b="1" i="0" spc="0">
                <a:solidFill>
                  <a:srgbClr val="FF462D"/>
                </a:solidFill>
                <a:latin typeface="TWK Everett" panose="020B0204000000000000" pitchFamily="34" charset="77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Subheading</a:t>
            </a:r>
            <a:endParaRPr lang="en-MX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FF83831B-2B67-404C-B3E8-D5CB13190C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</a:lstStyle>
          <a:p>
            <a:fld id="{BB55D76A-9B6E-CD41-ABBE-F6C938295BA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18062FC2-ABE4-C34F-8AFD-7A1011E7D3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599" y="293125"/>
            <a:ext cx="10439401" cy="28107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0" i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heading here</a:t>
            </a:r>
          </a:p>
        </p:txBody>
      </p:sp>
      <p:sp>
        <p:nvSpPr>
          <p:cNvPr id="16" name="Text Placeholder 57">
            <a:extLst>
              <a:ext uri="{FF2B5EF4-FFF2-40B4-BE49-F238E27FC236}">
                <a16:creationId xmlns:a16="http://schemas.microsoft.com/office/drawing/2014/main" id="{289E4EDC-BD74-4448-ADE2-7D000BA8CB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28600" y="712673"/>
            <a:ext cx="10439966" cy="3108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400" b="0" i="0" dirty="0" smtClean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Add subheading here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9B562F7-EB7C-D492-782B-53D6ED0E868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0" y="6342513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385667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B332EC71-5381-9148-8B96-1690255441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</a:lstStyle>
          <a:p>
            <a:fld id="{BB55D76A-9B6E-CD41-ABBE-F6C938295BA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D8ABD51D-894D-544C-B7DD-8BE9E145D2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599" y="293125"/>
            <a:ext cx="10439401" cy="28107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0" i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heading here</a:t>
            </a:r>
          </a:p>
        </p:txBody>
      </p:sp>
      <p:sp>
        <p:nvSpPr>
          <p:cNvPr id="17" name="Text Placeholder 57">
            <a:extLst>
              <a:ext uri="{FF2B5EF4-FFF2-40B4-BE49-F238E27FC236}">
                <a16:creationId xmlns:a16="http://schemas.microsoft.com/office/drawing/2014/main" id="{5542637F-F685-BC43-8125-94FB9084AD6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28600" y="712673"/>
            <a:ext cx="10439966" cy="3108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400" b="0" i="0" dirty="0" smtClean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Add subheading here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B73BBD54-FD2A-DC49-B88D-D4A899116E2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28600" y="1714500"/>
            <a:ext cx="5638800" cy="3467100"/>
          </a:xfrm>
        </p:spPr>
        <p:txBody>
          <a:bodyPr/>
          <a:lstStyle>
            <a:lvl1pPr marL="0" indent="0">
              <a:buFontTx/>
              <a:buNone/>
              <a:defRPr sz="1600">
                <a:solidFill>
                  <a:srgbClr val="3D3C3C"/>
                </a:solidFill>
              </a:defRPr>
            </a:lvl1pPr>
            <a:lvl2pPr marL="288925" indent="0">
              <a:buFontTx/>
              <a:buNone/>
              <a:defRPr sz="1600">
                <a:solidFill>
                  <a:srgbClr val="3D3C3C"/>
                </a:solidFill>
              </a:defRPr>
            </a:lvl2pPr>
            <a:lvl3pPr>
              <a:buFontTx/>
              <a:buNone/>
              <a:defRPr sz="1600">
                <a:solidFill>
                  <a:srgbClr val="3D3C3C"/>
                </a:solidFill>
              </a:defRPr>
            </a:lvl3pPr>
            <a:lvl4pPr marL="741363" indent="0">
              <a:buFontTx/>
              <a:buNone/>
              <a:defRPr sz="1600">
                <a:solidFill>
                  <a:srgbClr val="3D3C3C"/>
                </a:solidFill>
              </a:defRPr>
            </a:lvl4pPr>
            <a:lvl5pPr marL="1042987" indent="0">
              <a:buFontTx/>
              <a:buNone/>
              <a:defRPr sz="16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  <a:p>
            <a:pPr lvl="0"/>
            <a:endParaRPr lang="en-US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C4AD8D1B-3F60-EC44-A487-7E5D890DA5D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324599" y="1714500"/>
            <a:ext cx="5638800" cy="3467100"/>
          </a:xfrm>
        </p:spPr>
        <p:txBody>
          <a:bodyPr/>
          <a:lstStyle>
            <a:lvl1pPr marL="0" indent="0">
              <a:buFontTx/>
              <a:buNone/>
              <a:defRPr sz="1600">
                <a:solidFill>
                  <a:srgbClr val="3D3C3C"/>
                </a:solidFill>
              </a:defRPr>
            </a:lvl1pPr>
            <a:lvl2pPr marL="288925" indent="0">
              <a:buFontTx/>
              <a:buNone/>
              <a:defRPr sz="1600">
                <a:solidFill>
                  <a:srgbClr val="3D3C3C"/>
                </a:solidFill>
              </a:defRPr>
            </a:lvl2pPr>
            <a:lvl3pPr>
              <a:buFontTx/>
              <a:buNone/>
              <a:defRPr sz="1600">
                <a:solidFill>
                  <a:srgbClr val="3D3C3C"/>
                </a:solidFill>
              </a:defRPr>
            </a:lvl3pPr>
            <a:lvl4pPr marL="741363" indent="0">
              <a:buFontTx/>
              <a:buNone/>
              <a:defRPr sz="1600">
                <a:solidFill>
                  <a:srgbClr val="3D3C3C"/>
                </a:solidFill>
              </a:defRPr>
            </a:lvl4pPr>
            <a:lvl5pPr marL="1042987" indent="0">
              <a:buFontTx/>
              <a:buNone/>
              <a:defRPr sz="16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  <a:p>
            <a:pPr lvl="0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6153ACC-0310-05A7-1195-61E4CA28BBD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0" y="6342513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034816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 Colo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7773A52-E036-5040-83AA-48A07139B21E}"/>
              </a:ext>
            </a:extLst>
          </p:cNvPr>
          <p:cNvSpPr/>
          <p:nvPr userDrawn="1"/>
        </p:nvSpPr>
        <p:spPr>
          <a:xfrm>
            <a:off x="6096000" y="0"/>
            <a:ext cx="6095999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MX" b="0" i="0">
              <a:latin typeface="TWK Everett" panose="020B0204000000000000" pitchFamily="34" charset="77"/>
            </a:endParaRP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213C8B34-2353-FD4D-9E71-B8BBEDA319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</a:lstStyle>
          <a:p>
            <a:fld id="{BB55D76A-9B6E-CD41-ABBE-F6C938295BA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29C24D1B-EF41-5446-89DF-2CEC95D00F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599" y="293125"/>
            <a:ext cx="5720788" cy="28107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0" i="0">
                <a:solidFill>
                  <a:schemeClr val="accent1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heading here</a:t>
            </a:r>
          </a:p>
        </p:txBody>
      </p:sp>
      <p:sp>
        <p:nvSpPr>
          <p:cNvPr id="19" name="Text Placeholder 57">
            <a:extLst>
              <a:ext uri="{FF2B5EF4-FFF2-40B4-BE49-F238E27FC236}">
                <a16:creationId xmlns:a16="http://schemas.microsoft.com/office/drawing/2014/main" id="{952D4BB9-D82E-9642-B6B5-59FB16BBDC7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28600" y="712673"/>
            <a:ext cx="5721098" cy="3108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400" b="0" i="0" dirty="0" smtClean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Add subheading here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B00C743D-E04D-CF43-AEE0-46389738794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28600" y="1528763"/>
            <a:ext cx="5638800" cy="3652837"/>
          </a:xfrm>
        </p:spPr>
        <p:txBody>
          <a:bodyPr/>
          <a:lstStyle>
            <a:lvl1pPr marL="0" indent="0">
              <a:buFontTx/>
              <a:buNone/>
              <a:defRPr sz="1600">
                <a:solidFill>
                  <a:srgbClr val="3D3C3C"/>
                </a:solidFill>
              </a:defRPr>
            </a:lvl1pPr>
            <a:lvl2pPr marL="288925" indent="0">
              <a:buFontTx/>
              <a:buNone/>
              <a:defRPr sz="1600">
                <a:solidFill>
                  <a:srgbClr val="3D3C3C"/>
                </a:solidFill>
              </a:defRPr>
            </a:lvl2pPr>
            <a:lvl3pPr>
              <a:buFontTx/>
              <a:buNone/>
              <a:defRPr sz="1600">
                <a:solidFill>
                  <a:srgbClr val="3D3C3C"/>
                </a:solidFill>
              </a:defRPr>
            </a:lvl3pPr>
            <a:lvl4pPr marL="741363" indent="0">
              <a:buFontTx/>
              <a:buNone/>
              <a:defRPr sz="1600">
                <a:solidFill>
                  <a:srgbClr val="3D3C3C"/>
                </a:solidFill>
              </a:defRPr>
            </a:lvl4pPr>
            <a:lvl5pPr marL="1042987" indent="0">
              <a:buFontTx/>
              <a:buNone/>
              <a:defRPr sz="16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16134537-B4C0-FC49-AA11-C6E48C51A66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324599" y="1528763"/>
            <a:ext cx="5638800" cy="3652837"/>
          </a:xfrm>
        </p:spPr>
        <p:txBody>
          <a:bodyPr/>
          <a:lstStyle>
            <a:lvl1pPr marL="0" indent="0">
              <a:buFontTx/>
              <a:buNone/>
              <a:defRPr sz="1600">
                <a:solidFill>
                  <a:srgbClr val="042315"/>
                </a:solidFill>
              </a:defRPr>
            </a:lvl1pPr>
            <a:lvl2pPr marL="288925" indent="0">
              <a:buFontTx/>
              <a:buNone/>
              <a:defRPr sz="1600">
                <a:solidFill>
                  <a:srgbClr val="042315"/>
                </a:solidFill>
              </a:defRPr>
            </a:lvl2pPr>
            <a:lvl3pPr>
              <a:buFontTx/>
              <a:buNone/>
              <a:defRPr sz="1600">
                <a:solidFill>
                  <a:srgbClr val="042315"/>
                </a:solidFill>
              </a:defRPr>
            </a:lvl3pPr>
            <a:lvl4pPr marL="741363" indent="0">
              <a:buFontTx/>
              <a:buNone/>
              <a:defRPr sz="1600">
                <a:solidFill>
                  <a:srgbClr val="042315"/>
                </a:solidFill>
              </a:defRPr>
            </a:lvl4pPr>
            <a:lvl5pPr marL="1042987" indent="0">
              <a:buFontTx/>
              <a:buNone/>
              <a:defRPr sz="1600">
                <a:solidFill>
                  <a:srgbClr val="042315"/>
                </a:solidFill>
              </a:defRPr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</p:txBody>
      </p:sp>
      <p:sp>
        <p:nvSpPr>
          <p:cNvPr id="10" name="Text Placeholder 57">
            <a:extLst>
              <a:ext uri="{FF2B5EF4-FFF2-40B4-BE49-F238E27FC236}">
                <a16:creationId xmlns:a16="http://schemas.microsoft.com/office/drawing/2014/main" id="{DA45B32F-A542-7546-9A2C-E0AC157A748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324601" y="712673"/>
            <a:ext cx="5721098" cy="3108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400" b="0" i="0" dirty="0" smtClean="0">
                <a:solidFill>
                  <a:srgbClr val="042315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Add subheading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A7E6CF-FAB7-F975-DCAC-C3FE04E92F1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338455" y="290948"/>
            <a:ext cx="5756275" cy="304797"/>
          </a:xfrm>
        </p:spPr>
        <p:txBody>
          <a:bodyPr/>
          <a:lstStyle>
            <a:lvl1pPr marL="0" indent="0">
              <a:buFontTx/>
              <a:buNone/>
              <a:defRPr lang="en-US" sz="2400" b="0" i="0" kern="1200" dirty="0">
                <a:solidFill>
                  <a:srgbClr val="042315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1pPr>
          </a:lstStyle>
          <a:p>
            <a:pPr lvl="0"/>
            <a:r>
              <a:rPr lang="en-US"/>
              <a:t>Add heading here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7356ADA-6897-95B3-C21A-E4E216C281D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0" y="6342513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3208357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 Colo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7773A52-E036-5040-83AA-48A07139B21E}"/>
              </a:ext>
            </a:extLst>
          </p:cNvPr>
          <p:cNvSpPr/>
          <p:nvPr userDrawn="1"/>
        </p:nvSpPr>
        <p:spPr>
          <a:xfrm>
            <a:off x="6096000" y="0"/>
            <a:ext cx="6095999" cy="6858000"/>
          </a:xfrm>
          <a:prstGeom prst="rect">
            <a:avLst/>
          </a:prstGeom>
          <a:solidFill>
            <a:srgbClr val="F2F1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MX" b="0" i="0">
              <a:latin typeface="TWK Everett" panose="020B0204000000000000" pitchFamily="34" charset="77"/>
            </a:endParaRP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909A0609-1D06-D04F-8D52-4E39B92852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</a:lstStyle>
          <a:p>
            <a:fld id="{BB55D76A-9B6E-CD41-ABBE-F6C938295BA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0D36F16E-3725-F848-BDDF-7907B81F7F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599" y="293125"/>
            <a:ext cx="5638801" cy="28107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0" i="0">
                <a:solidFill>
                  <a:schemeClr val="accent1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heading here</a:t>
            </a:r>
          </a:p>
        </p:txBody>
      </p:sp>
      <p:sp>
        <p:nvSpPr>
          <p:cNvPr id="21" name="Text Placeholder 57">
            <a:extLst>
              <a:ext uri="{FF2B5EF4-FFF2-40B4-BE49-F238E27FC236}">
                <a16:creationId xmlns:a16="http://schemas.microsoft.com/office/drawing/2014/main" id="{96C633BB-2E79-974A-87F1-594562487DF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28600" y="712673"/>
            <a:ext cx="5639106" cy="3108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400" b="0" i="0" dirty="0" smtClean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Add subheading here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F33B21BD-65B1-BA47-A141-F8C12A42C73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28600" y="1528763"/>
            <a:ext cx="5638800" cy="3652837"/>
          </a:xfrm>
        </p:spPr>
        <p:txBody>
          <a:bodyPr/>
          <a:lstStyle>
            <a:lvl1pPr marL="0" indent="0">
              <a:buFontTx/>
              <a:buNone/>
              <a:defRPr sz="1600">
                <a:solidFill>
                  <a:srgbClr val="3D3C3C"/>
                </a:solidFill>
              </a:defRPr>
            </a:lvl1pPr>
            <a:lvl2pPr marL="288925" indent="0">
              <a:buFontTx/>
              <a:buNone/>
              <a:defRPr sz="1600">
                <a:solidFill>
                  <a:srgbClr val="3D3C3C"/>
                </a:solidFill>
              </a:defRPr>
            </a:lvl2pPr>
            <a:lvl3pPr>
              <a:buFontTx/>
              <a:buNone/>
              <a:defRPr sz="1600">
                <a:solidFill>
                  <a:srgbClr val="3D3C3C"/>
                </a:solidFill>
              </a:defRPr>
            </a:lvl3pPr>
            <a:lvl4pPr marL="741363" indent="0">
              <a:buFontTx/>
              <a:buNone/>
              <a:defRPr sz="1600">
                <a:solidFill>
                  <a:srgbClr val="3D3C3C"/>
                </a:solidFill>
              </a:defRPr>
            </a:lvl4pPr>
            <a:lvl5pPr marL="1042987" indent="0">
              <a:buFontTx/>
              <a:buNone/>
              <a:defRPr sz="16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  <a:p>
            <a:pPr lvl="0"/>
            <a:endParaRPr lang="en-US"/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38F5560B-4933-DB43-8C17-077668E24EF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324599" y="1528763"/>
            <a:ext cx="5638800" cy="3652837"/>
          </a:xfrm>
        </p:spPr>
        <p:txBody>
          <a:bodyPr/>
          <a:lstStyle>
            <a:lvl1pPr marL="0" indent="0">
              <a:buFontTx/>
              <a:buNone/>
              <a:defRPr sz="1600">
                <a:solidFill>
                  <a:srgbClr val="3D3C3C"/>
                </a:solidFill>
              </a:defRPr>
            </a:lvl1pPr>
            <a:lvl2pPr marL="288925" indent="0">
              <a:buFontTx/>
              <a:buNone/>
              <a:defRPr sz="1600">
                <a:solidFill>
                  <a:srgbClr val="3D3C3C"/>
                </a:solidFill>
              </a:defRPr>
            </a:lvl2pPr>
            <a:lvl3pPr>
              <a:buFontTx/>
              <a:buNone/>
              <a:defRPr sz="1600">
                <a:solidFill>
                  <a:srgbClr val="3D3C3C"/>
                </a:solidFill>
              </a:defRPr>
            </a:lvl3pPr>
            <a:lvl4pPr marL="741363" indent="0">
              <a:buFontTx/>
              <a:buNone/>
              <a:defRPr sz="1600">
                <a:solidFill>
                  <a:srgbClr val="3D3C3C"/>
                </a:solidFill>
              </a:defRPr>
            </a:lvl4pPr>
            <a:lvl5pPr marL="1042987" indent="0">
              <a:buFontTx/>
              <a:buNone/>
              <a:defRPr sz="16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  <a:p>
            <a:pPr lvl="0"/>
            <a:endParaRPr lang="en-US"/>
          </a:p>
        </p:txBody>
      </p:sp>
      <p:sp>
        <p:nvSpPr>
          <p:cNvPr id="11" name="Text Placeholder 57">
            <a:extLst>
              <a:ext uri="{FF2B5EF4-FFF2-40B4-BE49-F238E27FC236}">
                <a16:creationId xmlns:a16="http://schemas.microsoft.com/office/drawing/2014/main" id="{C39711F2-9070-F843-A056-A93C6BB0D3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324601" y="712673"/>
            <a:ext cx="5639106" cy="3108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400" b="0" i="0" dirty="0" smtClean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Add subheading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D5663B-43AB-DD96-F6E3-CF91231D1ED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324600" y="293125"/>
            <a:ext cx="5638800" cy="254000"/>
          </a:xfrm>
        </p:spPr>
        <p:txBody>
          <a:bodyPr wrap="none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400" b="0" i="0" kern="1200" dirty="0">
                <a:solidFill>
                  <a:schemeClr val="accent1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1pPr>
          </a:lstStyle>
          <a:p>
            <a:pPr lvl="0"/>
            <a:r>
              <a:rPr lang="en-US"/>
              <a:t>Add heading here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28542E3-AE84-313D-144A-6C57CDE66B4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0" y="6342513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170324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 Colo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7773A52-E036-5040-83AA-48A07139B21E}"/>
              </a:ext>
            </a:extLst>
          </p:cNvPr>
          <p:cNvSpPr/>
          <p:nvPr userDrawn="1"/>
        </p:nvSpPr>
        <p:spPr>
          <a:xfrm>
            <a:off x="6096000" y="0"/>
            <a:ext cx="609599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MX" b="0" i="0">
              <a:latin typeface="TWK Everett" panose="020B0204000000000000" pitchFamily="34" charset="77"/>
            </a:endParaRP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580B8D3-16CF-6342-A5DF-3306CF5ECA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</a:lstStyle>
          <a:p>
            <a:fld id="{BB55D76A-9B6E-CD41-ABBE-F6C938295BA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A9CFCB20-60E1-4B4A-BF88-5B9612F4BE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599" y="293125"/>
            <a:ext cx="5638801" cy="28107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0" i="0">
                <a:solidFill>
                  <a:schemeClr val="accent1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heading here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037AC11C-34D5-1245-961A-397EAB59DFB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28600" y="1528763"/>
            <a:ext cx="5638800" cy="3652837"/>
          </a:xfrm>
        </p:spPr>
        <p:txBody>
          <a:bodyPr/>
          <a:lstStyle>
            <a:lvl1pPr marL="0" indent="0">
              <a:buFontTx/>
              <a:buNone/>
              <a:defRPr sz="1600">
                <a:solidFill>
                  <a:srgbClr val="3D3C3C"/>
                </a:solidFill>
              </a:defRPr>
            </a:lvl1pPr>
            <a:lvl2pPr marL="288925" indent="0">
              <a:buFontTx/>
              <a:buNone/>
              <a:defRPr sz="1600">
                <a:solidFill>
                  <a:srgbClr val="3D3C3C"/>
                </a:solidFill>
              </a:defRPr>
            </a:lvl2pPr>
            <a:lvl3pPr>
              <a:buFontTx/>
              <a:buNone/>
              <a:defRPr sz="1600">
                <a:solidFill>
                  <a:srgbClr val="3D3C3C"/>
                </a:solidFill>
              </a:defRPr>
            </a:lvl3pPr>
            <a:lvl4pPr marL="741363" indent="0">
              <a:buFontTx/>
              <a:buNone/>
              <a:defRPr sz="1600">
                <a:solidFill>
                  <a:srgbClr val="3D3C3C"/>
                </a:solidFill>
              </a:defRPr>
            </a:lvl4pPr>
            <a:lvl5pPr marL="1042987" indent="0">
              <a:buFontTx/>
              <a:buNone/>
              <a:defRPr sz="16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  <a:p>
            <a:pPr lvl="0"/>
            <a:endParaRPr lang="en-US"/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A79627F6-2087-4E45-BE52-0BCE13073F2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324599" y="1528763"/>
            <a:ext cx="5638800" cy="3652837"/>
          </a:xfrm>
        </p:spPr>
        <p:txBody>
          <a:bodyPr/>
          <a:lstStyle>
            <a:lvl1pPr marL="0" indent="0">
              <a:buClr>
                <a:schemeClr val="bg1"/>
              </a:buClr>
              <a:buFontTx/>
              <a:buNone/>
              <a:defRPr sz="1600">
                <a:solidFill>
                  <a:schemeClr val="bg1"/>
                </a:solidFill>
              </a:defRPr>
            </a:lvl1pPr>
            <a:lvl2pPr marL="288925" indent="0">
              <a:buClr>
                <a:schemeClr val="bg1"/>
              </a:buClr>
              <a:buFontTx/>
              <a:buNone/>
              <a:defRPr sz="160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buFontTx/>
              <a:buNone/>
              <a:defRPr sz="1600">
                <a:solidFill>
                  <a:schemeClr val="bg1"/>
                </a:solidFill>
              </a:defRPr>
            </a:lvl3pPr>
            <a:lvl4pPr marL="741363" indent="0">
              <a:buClr>
                <a:schemeClr val="bg1"/>
              </a:buClr>
              <a:buFontTx/>
              <a:buNone/>
              <a:defRPr sz="1600">
                <a:solidFill>
                  <a:schemeClr val="bg1"/>
                </a:solidFill>
              </a:defRPr>
            </a:lvl4pPr>
            <a:lvl5pPr marL="1042987" indent="0">
              <a:buClr>
                <a:schemeClr val="bg1"/>
              </a:buClr>
              <a:buFontTx/>
              <a:buNone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  <a:p>
            <a:pPr lvl="0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F0F4F8-1ADA-C284-ED16-DC4C79226C5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324600" y="271464"/>
            <a:ext cx="5638800" cy="385763"/>
          </a:xfrm>
        </p:spPr>
        <p:txBody>
          <a:bodyPr/>
          <a:lstStyle>
            <a:lvl1pPr marL="0" indent="0">
              <a:buFontTx/>
              <a:buNone/>
              <a:defRPr lang="en-US" sz="2400" b="0" i="0" kern="1200" dirty="0">
                <a:solidFill>
                  <a:srgbClr val="FFFFFF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1pPr>
          </a:lstStyle>
          <a:p>
            <a:pPr lvl="0"/>
            <a:r>
              <a:rPr lang="en-US"/>
              <a:t>Add heading here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B73E45C-1F74-66EA-E8BA-982D5763173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0" y="6342513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816854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Chart Pull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36A460F7-C4DF-1649-A79C-B0036650A82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28600" y="4067939"/>
            <a:ext cx="4343164" cy="1951861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 marL="288925" indent="0">
              <a:buFontTx/>
              <a:buNone/>
              <a:defRPr sz="1600"/>
            </a:lvl2pPr>
            <a:lvl3pPr>
              <a:buFontTx/>
              <a:buNone/>
              <a:defRPr sz="1600"/>
            </a:lvl3pPr>
            <a:lvl4pPr marL="741363" indent="0">
              <a:buFontTx/>
              <a:buNone/>
              <a:defRPr sz="1600"/>
            </a:lvl4pPr>
            <a:lvl5pPr marL="1042987" indent="0">
              <a:buFontTx/>
              <a:buNone/>
              <a:defRPr sz="1600"/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  <a:p>
            <a:pPr lvl="0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7773A52-E036-5040-83AA-48A07139B21E}"/>
              </a:ext>
            </a:extLst>
          </p:cNvPr>
          <p:cNvSpPr/>
          <p:nvPr userDrawn="1"/>
        </p:nvSpPr>
        <p:spPr>
          <a:xfrm>
            <a:off x="6096000" y="0"/>
            <a:ext cx="6095999" cy="6858000"/>
          </a:xfrm>
          <a:prstGeom prst="rect">
            <a:avLst/>
          </a:prstGeom>
          <a:solidFill>
            <a:srgbClr val="3D3C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MX" b="0" i="0">
              <a:latin typeface="TWK Everett" panose="020B0204000000000000" pitchFamily="34" charset="77"/>
            </a:endParaRP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580B8D3-16CF-6342-A5DF-3306CF5ECA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</a:lstStyle>
          <a:p>
            <a:fld id="{BB55D76A-9B6E-CD41-ABBE-F6C938295BA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A9CFCB20-60E1-4B4A-BF88-5B9612F4BE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599" y="293125"/>
            <a:ext cx="5638801" cy="28107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0" i="0">
                <a:solidFill>
                  <a:schemeClr val="accent1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heading here</a:t>
            </a:r>
          </a:p>
        </p:txBody>
      </p:sp>
      <p:sp>
        <p:nvSpPr>
          <p:cNvPr id="21" name="Text Placeholder 57">
            <a:extLst>
              <a:ext uri="{FF2B5EF4-FFF2-40B4-BE49-F238E27FC236}">
                <a16:creationId xmlns:a16="http://schemas.microsoft.com/office/drawing/2014/main" id="{A058DD17-2E23-BC40-A026-8858F9BE565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28600" y="712673"/>
            <a:ext cx="5639106" cy="3108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400" b="0" i="0" dirty="0" smtClean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Add subheading here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A79913-9831-2C46-96EF-35A1AAFB6AE5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7620000" y="876300"/>
            <a:ext cx="3048000" cy="514350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Add chart here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07A97B0-5987-F143-A781-7C143274D885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851418" y="5052128"/>
            <a:ext cx="1111981" cy="838200"/>
          </a:xfrm>
        </p:spPr>
        <p:txBody>
          <a:bodyPr/>
          <a:lstStyle>
            <a:lvl1pPr>
              <a:buClr>
                <a:schemeClr val="bg1"/>
              </a:buClr>
              <a:defRPr sz="1000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 sz="100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sz="100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10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D3BD8E0E-AB41-0A43-BD41-1C5E50C4C07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0851418" y="4121544"/>
            <a:ext cx="1111981" cy="838200"/>
          </a:xfrm>
        </p:spPr>
        <p:txBody>
          <a:bodyPr/>
          <a:lstStyle>
            <a:lvl1pPr marL="0" indent="0">
              <a:buNone/>
              <a:defRPr sz="4800">
                <a:ln>
                  <a:solidFill>
                    <a:schemeClr val="bg1"/>
                  </a:solidFill>
                </a:ln>
                <a:noFill/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01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FD28AA6-1797-DFEA-E93F-15D7C8AAF9C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0" y="6342513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5502475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3C9F2814-2A42-8747-86C6-18C297A796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</a:lstStyle>
          <a:p>
            <a:fld id="{BB55D76A-9B6E-CD41-ABBE-F6C938295BA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F32B6308-FC5C-7F40-92A6-CE736A7B7B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599" y="293125"/>
            <a:ext cx="10439401" cy="28107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0" i="0">
                <a:solidFill>
                  <a:schemeClr val="accent1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heading here</a:t>
            </a:r>
          </a:p>
        </p:txBody>
      </p:sp>
      <p:sp>
        <p:nvSpPr>
          <p:cNvPr id="20" name="Text Placeholder 57">
            <a:extLst>
              <a:ext uri="{FF2B5EF4-FFF2-40B4-BE49-F238E27FC236}">
                <a16:creationId xmlns:a16="http://schemas.microsoft.com/office/drawing/2014/main" id="{35761AD7-5E66-4446-BAD2-3EC71AA2C75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28600" y="712673"/>
            <a:ext cx="10439966" cy="3108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400" b="0" i="0" dirty="0" smtClean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Add subheading here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21D09163-64E4-724E-BD9C-63AEC08EB9B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28600" y="1714500"/>
            <a:ext cx="5638800" cy="3467100"/>
          </a:xfrm>
        </p:spPr>
        <p:txBody>
          <a:bodyPr/>
          <a:lstStyle>
            <a:lvl1pPr marL="0" indent="0">
              <a:buFontTx/>
              <a:buNone/>
              <a:defRPr sz="1600">
                <a:solidFill>
                  <a:srgbClr val="3D3C3C"/>
                </a:solidFill>
              </a:defRPr>
            </a:lvl1pPr>
            <a:lvl2pPr marL="288925" indent="0">
              <a:buFontTx/>
              <a:buNone/>
              <a:defRPr sz="1600">
                <a:solidFill>
                  <a:srgbClr val="3D3C3C"/>
                </a:solidFill>
              </a:defRPr>
            </a:lvl2pPr>
            <a:lvl3pPr>
              <a:buFontTx/>
              <a:buNone/>
              <a:defRPr sz="1600">
                <a:solidFill>
                  <a:srgbClr val="3D3C3C"/>
                </a:solidFill>
              </a:defRPr>
            </a:lvl3pPr>
            <a:lvl4pPr marL="741363" indent="0">
              <a:buFontTx/>
              <a:buNone/>
              <a:defRPr sz="1600">
                <a:solidFill>
                  <a:srgbClr val="3D3C3C"/>
                </a:solidFill>
              </a:defRPr>
            </a:lvl4pPr>
            <a:lvl5pPr marL="1042987" indent="0">
              <a:buFontTx/>
              <a:buNone/>
              <a:defRPr sz="16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  <a:p>
            <a:pPr lvl="0"/>
            <a:endParaRPr lang="en-US"/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5181DA9B-DA3F-584E-A9F0-D45472FFF5A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324599" y="1714500"/>
            <a:ext cx="2590801" cy="3467100"/>
          </a:xfrm>
        </p:spPr>
        <p:txBody>
          <a:bodyPr/>
          <a:lstStyle>
            <a:lvl1pPr marL="0" indent="0">
              <a:buFontTx/>
              <a:buNone/>
              <a:defRPr sz="1600">
                <a:solidFill>
                  <a:srgbClr val="3D3C3C"/>
                </a:solidFill>
              </a:defRPr>
            </a:lvl1pPr>
            <a:lvl2pPr marL="288925" indent="0">
              <a:buFontTx/>
              <a:buNone/>
              <a:defRPr sz="1600">
                <a:solidFill>
                  <a:srgbClr val="3D3C3C"/>
                </a:solidFill>
              </a:defRPr>
            </a:lvl2pPr>
            <a:lvl3pPr>
              <a:buFontTx/>
              <a:buNone/>
              <a:defRPr sz="1600">
                <a:solidFill>
                  <a:srgbClr val="3D3C3C"/>
                </a:solidFill>
              </a:defRPr>
            </a:lvl3pPr>
            <a:lvl4pPr marL="741363" indent="0">
              <a:buFontTx/>
              <a:buNone/>
              <a:defRPr sz="1600">
                <a:solidFill>
                  <a:srgbClr val="3D3C3C"/>
                </a:solidFill>
              </a:defRPr>
            </a:lvl4pPr>
            <a:lvl5pPr marL="1042987" indent="0">
              <a:buFontTx/>
              <a:buNone/>
              <a:defRPr sz="16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  <a:p>
            <a:pPr lvl="0"/>
            <a:endParaRPr lang="en-US"/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B7107E20-457F-884D-971B-B57AD13E53F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367205" y="1714500"/>
            <a:ext cx="2590801" cy="3467100"/>
          </a:xfrm>
        </p:spPr>
        <p:txBody>
          <a:bodyPr/>
          <a:lstStyle>
            <a:lvl1pPr marL="0" indent="0">
              <a:buFontTx/>
              <a:buNone/>
              <a:defRPr sz="1600">
                <a:solidFill>
                  <a:srgbClr val="3D3C3C"/>
                </a:solidFill>
              </a:defRPr>
            </a:lvl1pPr>
            <a:lvl2pPr marL="288925" indent="0">
              <a:buFontTx/>
              <a:buNone/>
              <a:defRPr sz="1600">
                <a:solidFill>
                  <a:srgbClr val="3D3C3C"/>
                </a:solidFill>
              </a:defRPr>
            </a:lvl2pPr>
            <a:lvl3pPr>
              <a:buFontTx/>
              <a:buNone/>
              <a:defRPr sz="1600">
                <a:solidFill>
                  <a:srgbClr val="3D3C3C"/>
                </a:solidFill>
              </a:defRPr>
            </a:lvl3pPr>
            <a:lvl4pPr marL="741363" indent="0">
              <a:buFontTx/>
              <a:buNone/>
              <a:defRPr sz="1600">
                <a:solidFill>
                  <a:srgbClr val="3D3C3C"/>
                </a:solidFill>
              </a:defRPr>
            </a:lvl4pPr>
            <a:lvl5pPr marL="1042987" indent="0">
              <a:buFontTx/>
              <a:buNone/>
              <a:defRPr sz="16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  <a:p>
            <a:pPr lvl="0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B5B93D1-27C5-3D23-276E-DD9D9A5FBED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0" y="6342513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4617281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3156E150-B190-3242-B86B-86E5386A278A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6096000" y="0"/>
            <a:ext cx="6096000" cy="6858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PHOTO HERE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8F348682-6A55-C64A-BC2C-2C6CBF7A83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</a:lstStyle>
          <a:p>
            <a:fld id="{BB55D76A-9B6E-CD41-ABBE-F6C938295BA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11B9A1EF-98E6-D542-8F7E-64F6A1355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599" y="293125"/>
            <a:ext cx="10439401" cy="28107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0" i="0">
                <a:solidFill>
                  <a:schemeClr val="accent1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heading here</a:t>
            </a:r>
          </a:p>
        </p:txBody>
      </p:sp>
      <p:sp>
        <p:nvSpPr>
          <p:cNvPr id="20" name="Text Placeholder 57">
            <a:extLst>
              <a:ext uri="{FF2B5EF4-FFF2-40B4-BE49-F238E27FC236}">
                <a16:creationId xmlns:a16="http://schemas.microsoft.com/office/drawing/2014/main" id="{75790C25-05B8-484B-BC54-308B460F350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28600" y="712673"/>
            <a:ext cx="10439966" cy="3108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400" b="0" i="0" dirty="0" smtClean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Add subheading here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BFF9C7AC-01C5-CE4C-9FA4-AFB13B116D0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33993" y="1714500"/>
            <a:ext cx="2590801" cy="3467100"/>
          </a:xfrm>
        </p:spPr>
        <p:txBody>
          <a:bodyPr/>
          <a:lstStyle>
            <a:lvl1pPr marL="0" indent="0">
              <a:buNone/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  <a:p>
            <a:pPr lvl="0"/>
            <a:endParaRPr lang="en-US"/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AC464372-9BD0-7640-8704-53BEE623297B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276600" y="1714500"/>
            <a:ext cx="2590800" cy="34671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  <a:p>
            <a:pPr lvl="0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671DDD4-33BF-F6FC-F522-E29F6578118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0" y="6342513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4377687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Two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3156E150-B190-3242-B86B-86E5386A278A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220165" y="1335033"/>
            <a:ext cx="5647235" cy="17145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PHOTO HERE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8F348682-6A55-C64A-BC2C-2C6CBF7A83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</a:lstStyle>
          <a:p>
            <a:fld id="{BB55D76A-9B6E-CD41-ABBE-F6C938295BA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11B9A1EF-98E6-D542-8F7E-64F6A1355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599" y="293125"/>
            <a:ext cx="10439401" cy="28107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0" i="0">
                <a:solidFill>
                  <a:schemeClr val="accent1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heading here</a:t>
            </a:r>
          </a:p>
        </p:txBody>
      </p:sp>
      <p:sp>
        <p:nvSpPr>
          <p:cNvPr id="20" name="Text Placeholder 57">
            <a:extLst>
              <a:ext uri="{FF2B5EF4-FFF2-40B4-BE49-F238E27FC236}">
                <a16:creationId xmlns:a16="http://schemas.microsoft.com/office/drawing/2014/main" id="{75790C25-05B8-484B-BC54-308B460F350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28600" y="712673"/>
            <a:ext cx="10439966" cy="3108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400" b="0" i="0" dirty="0" smtClean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Add subheading here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BFF9C7AC-01C5-CE4C-9FA4-AFB13B116D0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33993" y="3234981"/>
            <a:ext cx="5633407" cy="1853076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 marL="288925" indent="0">
              <a:buFontTx/>
              <a:buNone/>
              <a:defRPr sz="1600"/>
            </a:lvl2pPr>
            <a:lvl3pPr>
              <a:buFontTx/>
              <a:buNone/>
              <a:defRPr sz="1600"/>
            </a:lvl3pPr>
            <a:lvl4pPr marL="741363" indent="0">
              <a:buFontTx/>
              <a:buNone/>
              <a:defRPr sz="1600"/>
            </a:lvl4pPr>
            <a:lvl5pPr marL="1042987" indent="0">
              <a:buFontTx/>
              <a:buNone/>
              <a:defRPr sz="1600"/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  <a:p>
            <a:pPr lvl="0"/>
            <a:endParaRPr lang="en-US"/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AC464372-9BD0-7640-8704-53BEE623297B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324599" y="3234981"/>
            <a:ext cx="5633407" cy="1853076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 marL="288925" indent="0">
              <a:buFontTx/>
              <a:buNone/>
              <a:defRPr sz="1600"/>
            </a:lvl2pPr>
            <a:lvl3pPr>
              <a:buFontTx/>
              <a:buNone/>
              <a:defRPr sz="1600"/>
            </a:lvl3pPr>
            <a:lvl4pPr marL="741363" indent="0">
              <a:buFontTx/>
              <a:buNone/>
              <a:defRPr sz="1600"/>
            </a:lvl4pPr>
            <a:lvl5pPr marL="1042987" indent="0">
              <a:buFontTx/>
              <a:buNone/>
              <a:defRPr sz="1600"/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  <a:p>
            <a:pPr lvl="0"/>
            <a:endParaRPr lang="en-US"/>
          </a:p>
        </p:txBody>
      </p:sp>
      <p:sp>
        <p:nvSpPr>
          <p:cNvPr id="11" name="Picture Placeholder 7">
            <a:extLst>
              <a:ext uri="{FF2B5EF4-FFF2-40B4-BE49-F238E27FC236}">
                <a16:creationId xmlns:a16="http://schemas.microsoft.com/office/drawing/2014/main" id="{9B3291A2-618A-D34A-9F60-34F932C21163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6337743" y="1335033"/>
            <a:ext cx="5647235" cy="17145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PHOTO HERE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764F239B-FC19-6A44-81DB-18C9D7976C8C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28600" y="5522967"/>
            <a:ext cx="11743235" cy="496833"/>
          </a:xfrm>
          <a:prstGeom prst="rect">
            <a:avLst/>
          </a:prstGeom>
          <a:solidFill>
            <a:srgbClr val="042315"/>
          </a:solidFill>
        </p:spPr>
        <p:txBody>
          <a:bodyPr lIns="91440" tIns="91440" rIns="91440" bIns="91440" anchor="ctr">
            <a:noAutofit/>
          </a:bodyPr>
          <a:lstStyle>
            <a:lvl1pPr marL="0" indent="0" algn="l">
              <a:lnSpc>
                <a:spcPct val="100000"/>
              </a:lnSpc>
              <a:buFont typeface="Arial" panose="020B0604020202020204" pitchFamily="34" charset="0"/>
              <a:buNone/>
              <a:defRPr sz="1400" b="1" i="0" spc="0">
                <a:solidFill>
                  <a:schemeClr val="bg1"/>
                </a:solidFill>
                <a:latin typeface="TWK Everett" panose="020B0204000000000000" pitchFamily="34" charset="77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Add subheading here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8143259-7705-1443-9A6F-DBEC48437FE7}"/>
              </a:ext>
            </a:extLst>
          </p:cNvPr>
          <p:cNvCxnSpPr/>
          <p:nvPr userDrawn="1"/>
        </p:nvCxnSpPr>
        <p:spPr>
          <a:xfrm>
            <a:off x="6096000" y="1238081"/>
            <a:ext cx="0" cy="40541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DBD4D828-EECF-DC99-CBD7-0445B86A822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0" y="6342513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7265814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 2 row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3156E150-B190-3242-B86B-86E5386A278A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228600" y="1315983"/>
            <a:ext cx="2590800" cy="8763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PHOTO HERE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8F348682-6A55-C64A-BC2C-2C6CBF7A83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</a:lstStyle>
          <a:p>
            <a:fld id="{BB55D76A-9B6E-CD41-ABBE-F6C938295BA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11B9A1EF-98E6-D542-8F7E-64F6A1355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599" y="293125"/>
            <a:ext cx="10439401" cy="28107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0" i="0">
                <a:solidFill>
                  <a:schemeClr val="accent1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heading here</a:t>
            </a:r>
          </a:p>
        </p:txBody>
      </p:sp>
      <p:sp>
        <p:nvSpPr>
          <p:cNvPr id="20" name="Text Placeholder 57">
            <a:extLst>
              <a:ext uri="{FF2B5EF4-FFF2-40B4-BE49-F238E27FC236}">
                <a16:creationId xmlns:a16="http://schemas.microsoft.com/office/drawing/2014/main" id="{75790C25-05B8-484B-BC54-308B460F350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28600" y="712673"/>
            <a:ext cx="10439966" cy="3108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400" b="0" i="0" dirty="0" smtClean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Add subheading here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BFF9C7AC-01C5-CE4C-9FA4-AFB13B116D0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28599" y="2435703"/>
            <a:ext cx="2590801" cy="799278"/>
          </a:xfrm>
        </p:spPr>
        <p:txBody>
          <a:bodyPr/>
          <a:lstStyle>
            <a:lvl1pPr marL="0" indent="0">
              <a:buFontTx/>
              <a:buNone/>
              <a:defRPr sz="1200">
                <a:solidFill>
                  <a:srgbClr val="3D3C3C"/>
                </a:solidFill>
              </a:defRPr>
            </a:lvl1pPr>
            <a:lvl2pPr marL="288925" indent="0">
              <a:buFontTx/>
              <a:buNone/>
              <a:defRPr sz="1200">
                <a:solidFill>
                  <a:srgbClr val="3D3C3C"/>
                </a:solidFill>
              </a:defRPr>
            </a:lvl2pPr>
            <a:lvl3pPr>
              <a:buFontTx/>
              <a:buNone/>
              <a:defRPr sz="1200">
                <a:solidFill>
                  <a:srgbClr val="3D3C3C"/>
                </a:solidFill>
              </a:defRPr>
            </a:lvl3pPr>
            <a:lvl4pPr marL="741363" indent="0">
              <a:buFontTx/>
              <a:buNone/>
              <a:defRPr sz="1200">
                <a:solidFill>
                  <a:srgbClr val="3D3C3C"/>
                </a:solidFill>
              </a:defRPr>
            </a:lvl4pPr>
            <a:lvl5pPr marL="1042987" indent="0">
              <a:buFontTx/>
              <a:buNone/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</p:txBody>
      </p:sp>
      <p:sp>
        <p:nvSpPr>
          <p:cNvPr id="13" name="Picture Placeholder 7">
            <a:extLst>
              <a:ext uri="{FF2B5EF4-FFF2-40B4-BE49-F238E27FC236}">
                <a16:creationId xmlns:a16="http://schemas.microsoft.com/office/drawing/2014/main" id="{9DC01341-B0DA-2B4C-8FC1-7155C4FC0C6D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3278955" y="1315983"/>
            <a:ext cx="2583396" cy="8763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PHOTO HERE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44CD4AD7-AC38-1542-A051-1F97CBFCDCA6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278954" y="2435703"/>
            <a:ext cx="2583397" cy="799278"/>
          </a:xfrm>
        </p:spPr>
        <p:txBody>
          <a:bodyPr/>
          <a:lstStyle>
            <a:lvl1pPr marL="0" indent="0">
              <a:buFontTx/>
              <a:buNone/>
              <a:defRPr sz="1200">
                <a:solidFill>
                  <a:srgbClr val="3D3C3C"/>
                </a:solidFill>
              </a:defRPr>
            </a:lvl1pPr>
            <a:lvl2pPr marL="288925" indent="0">
              <a:buFontTx/>
              <a:buNone/>
              <a:defRPr sz="1200">
                <a:solidFill>
                  <a:srgbClr val="3D3C3C"/>
                </a:solidFill>
              </a:defRPr>
            </a:lvl2pPr>
            <a:lvl3pPr>
              <a:buFontTx/>
              <a:buNone/>
              <a:defRPr sz="1200">
                <a:solidFill>
                  <a:srgbClr val="3D3C3C"/>
                </a:solidFill>
              </a:defRPr>
            </a:lvl3pPr>
            <a:lvl4pPr marL="741363" indent="0">
              <a:buFontTx/>
              <a:buNone/>
              <a:defRPr sz="1200">
                <a:solidFill>
                  <a:srgbClr val="3D3C3C"/>
                </a:solidFill>
              </a:defRPr>
            </a:lvl4pPr>
            <a:lvl5pPr marL="1042987" indent="0">
              <a:buFontTx/>
              <a:buNone/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</p:txBody>
      </p:sp>
      <p:sp>
        <p:nvSpPr>
          <p:cNvPr id="16" name="Picture Placeholder 7">
            <a:extLst>
              <a:ext uri="{FF2B5EF4-FFF2-40B4-BE49-F238E27FC236}">
                <a16:creationId xmlns:a16="http://schemas.microsoft.com/office/drawing/2014/main" id="{C548CB3D-9B84-574E-885C-FE1F744C417D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6329651" y="1315983"/>
            <a:ext cx="2585749" cy="8763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PHOTO HERE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B5EA021-0173-634F-911F-DF1E746534B2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329651" y="2435703"/>
            <a:ext cx="2585750" cy="799278"/>
          </a:xfrm>
        </p:spPr>
        <p:txBody>
          <a:bodyPr/>
          <a:lstStyle>
            <a:lvl1pPr marL="0" indent="0">
              <a:buFontTx/>
              <a:buNone/>
              <a:defRPr sz="1200">
                <a:solidFill>
                  <a:srgbClr val="3D3C3C"/>
                </a:solidFill>
              </a:defRPr>
            </a:lvl1pPr>
            <a:lvl2pPr marL="288925" indent="0">
              <a:buFontTx/>
              <a:buNone/>
              <a:defRPr sz="1200">
                <a:solidFill>
                  <a:srgbClr val="3D3C3C"/>
                </a:solidFill>
              </a:defRPr>
            </a:lvl2pPr>
            <a:lvl3pPr>
              <a:buFontTx/>
              <a:buNone/>
              <a:defRPr sz="1200">
                <a:solidFill>
                  <a:srgbClr val="3D3C3C"/>
                </a:solidFill>
              </a:defRPr>
            </a:lvl3pPr>
            <a:lvl4pPr marL="741363" indent="0">
              <a:buFontTx/>
              <a:buNone/>
              <a:defRPr sz="1200">
                <a:solidFill>
                  <a:srgbClr val="3D3C3C"/>
                </a:solidFill>
              </a:defRPr>
            </a:lvl4pPr>
            <a:lvl5pPr marL="1042987" indent="0">
              <a:buFontTx/>
              <a:buNone/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</p:txBody>
      </p:sp>
      <p:sp>
        <p:nvSpPr>
          <p:cNvPr id="18" name="Picture Placeholder 7">
            <a:extLst>
              <a:ext uri="{FF2B5EF4-FFF2-40B4-BE49-F238E27FC236}">
                <a16:creationId xmlns:a16="http://schemas.microsoft.com/office/drawing/2014/main" id="{F7943D42-7EE2-DA40-A1D9-F914DDD8C888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9372258" y="1315983"/>
            <a:ext cx="2591142" cy="8763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PHOTO HERE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1617F172-2F05-B94E-AFAD-9E8E6F40C79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9372257" y="2435703"/>
            <a:ext cx="2591143" cy="799278"/>
          </a:xfrm>
        </p:spPr>
        <p:txBody>
          <a:bodyPr/>
          <a:lstStyle>
            <a:lvl1pPr marL="0" indent="0">
              <a:buFontTx/>
              <a:buNone/>
              <a:defRPr sz="1200">
                <a:solidFill>
                  <a:srgbClr val="3D3C3C"/>
                </a:solidFill>
              </a:defRPr>
            </a:lvl1pPr>
            <a:lvl2pPr marL="288925" indent="0">
              <a:buFontTx/>
              <a:buNone/>
              <a:defRPr sz="1200">
                <a:solidFill>
                  <a:srgbClr val="3D3C3C"/>
                </a:solidFill>
              </a:defRPr>
            </a:lvl2pPr>
            <a:lvl3pPr>
              <a:buFontTx/>
              <a:buNone/>
              <a:defRPr sz="1200">
                <a:solidFill>
                  <a:srgbClr val="3D3C3C"/>
                </a:solidFill>
              </a:defRPr>
            </a:lvl3pPr>
            <a:lvl4pPr marL="741363" indent="0">
              <a:buFontTx/>
              <a:buNone/>
              <a:defRPr sz="1200">
                <a:solidFill>
                  <a:srgbClr val="3D3C3C"/>
                </a:solidFill>
              </a:defRPr>
            </a:lvl4pPr>
            <a:lvl5pPr marL="1042987" indent="0">
              <a:buFontTx/>
              <a:buNone/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</p:txBody>
      </p:sp>
      <p:sp>
        <p:nvSpPr>
          <p:cNvPr id="24" name="Picture Placeholder 7">
            <a:extLst>
              <a:ext uri="{FF2B5EF4-FFF2-40B4-BE49-F238E27FC236}">
                <a16:creationId xmlns:a16="http://schemas.microsoft.com/office/drawing/2014/main" id="{8C751FB4-3F20-2440-92C9-11D2CD59D1AB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228600" y="3864974"/>
            <a:ext cx="2590800" cy="8763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PHOTO HERE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FAFA1B85-AF0B-F645-9CA3-C6128E1E72AB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28599" y="4984694"/>
            <a:ext cx="2590801" cy="799278"/>
          </a:xfrm>
        </p:spPr>
        <p:txBody>
          <a:bodyPr/>
          <a:lstStyle>
            <a:lvl1pPr marL="0" indent="0">
              <a:buFontTx/>
              <a:buNone/>
              <a:defRPr sz="1200">
                <a:solidFill>
                  <a:srgbClr val="3D3C3C"/>
                </a:solidFill>
              </a:defRPr>
            </a:lvl1pPr>
            <a:lvl2pPr marL="288925" indent="0">
              <a:buFontTx/>
              <a:buNone/>
              <a:defRPr sz="1200">
                <a:solidFill>
                  <a:srgbClr val="3D3C3C"/>
                </a:solidFill>
              </a:defRPr>
            </a:lvl2pPr>
            <a:lvl3pPr>
              <a:buFontTx/>
              <a:buNone/>
              <a:defRPr sz="1200">
                <a:solidFill>
                  <a:srgbClr val="3D3C3C"/>
                </a:solidFill>
              </a:defRPr>
            </a:lvl3pPr>
            <a:lvl4pPr marL="741363" indent="0">
              <a:buFontTx/>
              <a:buNone/>
              <a:defRPr sz="1200">
                <a:solidFill>
                  <a:srgbClr val="3D3C3C"/>
                </a:solidFill>
              </a:defRPr>
            </a:lvl4pPr>
            <a:lvl5pPr marL="1042987" indent="0">
              <a:buFontTx/>
              <a:buNone/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</p:txBody>
      </p:sp>
      <p:sp>
        <p:nvSpPr>
          <p:cNvPr id="26" name="Picture Placeholder 7">
            <a:extLst>
              <a:ext uri="{FF2B5EF4-FFF2-40B4-BE49-F238E27FC236}">
                <a16:creationId xmlns:a16="http://schemas.microsoft.com/office/drawing/2014/main" id="{FFEE3A9A-63B7-D948-8DBF-2356457C28C5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>
          <a:xfrm>
            <a:off x="3278955" y="3864974"/>
            <a:ext cx="2583396" cy="8763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PHOTO HERE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8DF2BD0E-BE39-5A4C-829F-A44F7C5CDFCB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3278954" y="4984694"/>
            <a:ext cx="2583397" cy="799278"/>
          </a:xfrm>
        </p:spPr>
        <p:txBody>
          <a:bodyPr/>
          <a:lstStyle>
            <a:lvl1pPr marL="0" indent="0">
              <a:buFontTx/>
              <a:buNone/>
              <a:defRPr sz="1200">
                <a:solidFill>
                  <a:srgbClr val="3D3C3C"/>
                </a:solidFill>
              </a:defRPr>
            </a:lvl1pPr>
            <a:lvl2pPr marL="288925" indent="0">
              <a:buFontTx/>
              <a:buNone/>
              <a:defRPr sz="1200">
                <a:solidFill>
                  <a:srgbClr val="3D3C3C"/>
                </a:solidFill>
              </a:defRPr>
            </a:lvl2pPr>
            <a:lvl3pPr>
              <a:buFontTx/>
              <a:buNone/>
              <a:defRPr sz="1200">
                <a:solidFill>
                  <a:srgbClr val="3D3C3C"/>
                </a:solidFill>
              </a:defRPr>
            </a:lvl3pPr>
            <a:lvl4pPr marL="741363" indent="0">
              <a:buFontTx/>
              <a:buNone/>
              <a:defRPr sz="1200">
                <a:solidFill>
                  <a:srgbClr val="3D3C3C"/>
                </a:solidFill>
              </a:defRPr>
            </a:lvl4pPr>
            <a:lvl5pPr marL="1042987" indent="0">
              <a:buFontTx/>
              <a:buNone/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</p:txBody>
      </p:sp>
      <p:sp>
        <p:nvSpPr>
          <p:cNvPr id="28" name="Picture Placeholder 7">
            <a:extLst>
              <a:ext uri="{FF2B5EF4-FFF2-40B4-BE49-F238E27FC236}">
                <a16:creationId xmlns:a16="http://schemas.microsoft.com/office/drawing/2014/main" id="{469C8122-40A6-AC4F-B228-B46DF4AA4968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>
            <a:off x="6329651" y="3864974"/>
            <a:ext cx="2585749" cy="8763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PHOTO HERE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9C07F3FD-607C-5645-B83E-9BA9ABD7D3D4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6329651" y="4984694"/>
            <a:ext cx="2585750" cy="799278"/>
          </a:xfrm>
        </p:spPr>
        <p:txBody>
          <a:bodyPr/>
          <a:lstStyle>
            <a:lvl1pPr marL="0" indent="0">
              <a:buFontTx/>
              <a:buNone/>
              <a:defRPr sz="1200">
                <a:solidFill>
                  <a:srgbClr val="3D3C3C"/>
                </a:solidFill>
              </a:defRPr>
            </a:lvl1pPr>
            <a:lvl2pPr marL="288925" indent="0">
              <a:buFontTx/>
              <a:buNone/>
              <a:defRPr sz="1200">
                <a:solidFill>
                  <a:srgbClr val="3D3C3C"/>
                </a:solidFill>
              </a:defRPr>
            </a:lvl2pPr>
            <a:lvl3pPr>
              <a:buFontTx/>
              <a:buNone/>
              <a:defRPr sz="1200">
                <a:solidFill>
                  <a:srgbClr val="3D3C3C"/>
                </a:solidFill>
              </a:defRPr>
            </a:lvl3pPr>
            <a:lvl4pPr marL="741363" indent="0">
              <a:buFontTx/>
              <a:buNone/>
              <a:defRPr sz="1200">
                <a:solidFill>
                  <a:srgbClr val="3D3C3C"/>
                </a:solidFill>
              </a:defRPr>
            </a:lvl4pPr>
            <a:lvl5pPr marL="1042987" indent="0">
              <a:buFontTx/>
              <a:buNone/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</p:txBody>
      </p:sp>
      <p:sp>
        <p:nvSpPr>
          <p:cNvPr id="30" name="Picture Placeholder 7">
            <a:extLst>
              <a:ext uri="{FF2B5EF4-FFF2-40B4-BE49-F238E27FC236}">
                <a16:creationId xmlns:a16="http://schemas.microsoft.com/office/drawing/2014/main" id="{C55632ED-F088-FF49-851A-25B32D353EFC}"/>
              </a:ext>
            </a:extLst>
          </p:cNvPr>
          <p:cNvSpPr>
            <a:spLocks noGrp="1"/>
          </p:cNvSpPr>
          <p:nvPr>
            <p:ph type="pic" sz="quarter" idx="48" hasCustomPrompt="1"/>
          </p:nvPr>
        </p:nvSpPr>
        <p:spPr>
          <a:xfrm>
            <a:off x="9372258" y="3864974"/>
            <a:ext cx="2591142" cy="8763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PHOTO HERE</a:t>
            </a:r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16C54EE8-524C-A143-B9F3-2572B4B4436A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372257" y="4984694"/>
            <a:ext cx="2591143" cy="799278"/>
          </a:xfrm>
        </p:spPr>
        <p:txBody>
          <a:bodyPr/>
          <a:lstStyle>
            <a:lvl1pPr marL="0" indent="0">
              <a:buFontTx/>
              <a:buNone/>
              <a:defRPr sz="1200">
                <a:solidFill>
                  <a:srgbClr val="3D3C3C"/>
                </a:solidFill>
              </a:defRPr>
            </a:lvl1pPr>
            <a:lvl2pPr marL="288925" indent="0">
              <a:buFontTx/>
              <a:buNone/>
              <a:defRPr sz="1200">
                <a:solidFill>
                  <a:srgbClr val="3D3C3C"/>
                </a:solidFill>
              </a:defRPr>
            </a:lvl2pPr>
            <a:lvl3pPr>
              <a:buFontTx/>
              <a:buNone/>
              <a:defRPr sz="1200">
                <a:solidFill>
                  <a:srgbClr val="3D3C3C"/>
                </a:solidFill>
              </a:defRPr>
            </a:lvl3pPr>
            <a:lvl4pPr marL="741363" indent="0">
              <a:buFontTx/>
              <a:buNone/>
              <a:defRPr sz="1200">
                <a:solidFill>
                  <a:srgbClr val="3D3C3C"/>
                </a:solidFill>
              </a:defRPr>
            </a:lvl4pPr>
            <a:lvl5pPr marL="1042987" indent="0">
              <a:buFontTx/>
              <a:buNone/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EBE93C3-65B5-3B22-B33E-E56A439FDFB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0" y="6342513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4113164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3 Row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3156E150-B190-3242-B86B-86E5386A278A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228600" y="1561995"/>
            <a:ext cx="912720" cy="8763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ICON HERE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8F348682-6A55-C64A-BC2C-2C6CBF7A83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</a:lstStyle>
          <a:p>
            <a:fld id="{BB55D76A-9B6E-CD41-ABBE-F6C938295BA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11B9A1EF-98E6-D542-8F7E-64F6A1355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599" y="293125"/>
            <a:ext cx="10439401" cy="28107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0" i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heading here</a:t>
            </a:r>
          </a:p>
        </p:txBody>
      </p:sp>
      <p:sp>
        <p:nvSpPr>
          <p:cNvPr id="20" name="Text Placeholder 57">
            <a:extLst>
              <a:ext uri="{FF2B5EF4-FFF2-40B4-BE49-F238E27FC236}">
                <a16:creationId xmlns:a16="http://schemas.microsoft.com/office/drawing/2014/main" id="{75790C25-05B8-484B-BC54-308B460F350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28600" y="712673"/>
            <a:ext cx="10439966" cy="3108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400" b="0" i="0" dirty="0" smtClean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Add subheading here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BFF9C7AC-01C5-CE4C-9FA4-AFB13B116D0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213472" y="1564581"/>
            <a:ext cx="2599236" cy="873713"/>
          </a:xfrm>
        </p:spPr>
        <p:txBody>
          <a:bodyPr/>
          <a:lstStyle>
            <a:lvl1pPr>
              <a:defRPr sz="1200">
                <a:solidFill>
                  <a:srgbClr val="3D3C3C"/>
                </a:solidFill>
              </a:defRPr>
            </a:lvl1pPr>
            <a:lvl2pPr>
              <a:defRPr sz="1200">
                <a:solidFill>
                  <a:srgbClr val="3D3C3C"/>
                </a:solidFill>
              </a:defRPr>
            </a:lvl2pPr>
            <a:lvl3pPr marL="690563" indent="-163513">
              <a:buFont typeface="Courier New" panose="02070309020205020404" pitchFamily="49" charset="0"/>
              <a:buChar char="o"/>
              <a:tabLst/>
              <a:defRPr sz="1200">
                <a:solidFill>
                  <a:srgbClr val="3D3C3C"/>
                </a:solidFill>
              </a:defRPr>
            </a:lvl3pPr>
            <a:lvl4pPr>
              <a:defRPr sz="1200">
                <a:solidFill>
                  <a:srgbClr val="3D3C3C"/>
                </a:solidFill>
              </a:defRPr>
            </a:lvl4pPr>
            <a:lvl5pPr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Picture Placeholder 7">
            <a:extLst>
              <a:ext uri="{FF2B5EF4-FFF2-40B4-BE49-F238E27FC236}">
                <a16:creationId xmlns:a16="http://schemas.microsoft.com/office/drawing/2014/main" id="{9DC01341-B0DA-2B4C-8FC1-7155C4FC0C6D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4572000" y="1562100"/>
            <a:ext cx="912720" cy="8763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ICON HERE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44CD4AD7-AC38-1542-A051-1F97CBFCDCA6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556872" y="1564686"/>
            <a:ext cx="2599236" cy="873713"/>
          </a:xfrm>
        </p:spPr>
        <p:txBody>
          <a:bodyPr/>
          <a:lstStyle>
            <a:lvl1pPr>
              <a:defRPr sz="1200">
                <a:solidFill>
                  <a:srgbClr val="3D3C3C"/>
                </a:solidFill>
              </a:defRPr>
            </a:lvl1pPr>
            <a:lvl2pPr>
              <a:defRPr sz="1200">
                <a:solidFill>
                  <a:srgbClr val="3D3C3C"/>
                </a:solidFill>
              </a:defRPr>
            </a:lvl2pPr>
            <a:lvl3pPr marL="698500" indent="-171450">
              <a:defRPr lang="en-US" sz="1200" b="0" i="0" kern="1200" dirty="0">
                <a:solidFill>
                  <a:srgbClr val="3D3C3C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defRPr sz="1200">
                <a:solidFill>
                  <a:srgbClr val="3D3C3C"/>
                </a:solidFill>
              </a:defRPr>
            </a:lvl4pPr>
            <a:lvl5pPr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Picture Placeholder 7">
            <a:extLst>
              <a:ext uri="{FF2B5EF4-FFF2-40B4-BE49-F238E27FC236}">
                <a16:creationId xmlns:a16="http://schemas.microsoft.com/office/drawing/2014/main" id="{8C751FB4-3F20-2440-92C9-11D2CD59D1AB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228600" y="3273909"/>
            <a:ext cx="912720" cy="8406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ICON HERE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FAFA1B85-AF0B-F645-9CA3-C6128E1E72AB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213472" y="3276496"/>
            <a:ext cx="2599236" cy="838202"/>
          </a:xfrm>
        </p:spPr>
        <p:txBody>
          <a:bodyPr/>
          <a:lstStyle>
            <a:lvl1pPr>
              <a:defRPr sz="1200">
                <a:solidFill>
                  <a:srgbClr val="3D3C3C"/>
                </a:solidFill>
              </a:defRPr>
            </a:lvl1pPr>
            <a:lvl2pPr>
              <a:defRPr sz="1200">
                <a:solidFill>
                  <a:srgbClr val="3D3C3C"/>
                </a:solidFill>
              </a:defRPr>
            </a:lvl2pPr>
            <a:lvl3pPr marL="698500" indent="-171450">
              <a:defRPr lang="en-US" sz="1200" b="0" i="0" kern="1200" dirty="0">
                <a:solidFill>
                  <a:srgbClr val="3D3C3C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defRPr sz="1200">
                <a:solidFill>
                  <a:srgbClr val="3D3C3C"/>
                </a:solidFill>
              </a:defRPr>
            </a:lvl4pPr>
            <a:lvl5pPr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Picture Placeholder 7">
            <a:extLst>
              <a:ext uri="{FF2B5EF4-FFF2-40B4-BE49-F238E27FC236}">
                <a16:creationId xmlns:a16="http://schemas.microsoft.com/office/drawing/2014/main" id="{FFEE3A9A-63B7-D948-8DBF-2356457C28C5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>
          <a:xfrm>
            <a:off x="4572000" y="3274014"/>
            <a:ext cx="912720" cy="8406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ICON HERE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8DF2BD0E-BE39-5A4C-829F-A44F7C5CDFCB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5556872" y="3276601"/>
            <a:ext cx="2599236" cy="838202"/>
          </a:xfrm>
        </p:spPr>
        <p:txBody>
          <a:bodyPr/>
          <a:lstStyle>
            <a:lvl1pPr>
              <a:defRPr sz="1200">
                <a:solidFill>
                  <a:srgbClr val="3D3C3C"/>
                </a:solidFill>
              </a:defRPr>
            </a:lvl1pPr>
            <a:lvl2pPr>
              <a:defRPr sz="1200">
                <a:solidFill>
                  <a:srgbClr val="3D3C3C"/>
                </a:solidFill>
              </a:defRPr>
            </a:lvl2pPr>
            <a:lvl3pPr marL="698500" indent="-171450">
              <a:defRPr lang="en-US" sz="1200" b="0" i="0" kern="1200" dirty="0">
                <a:solidFill>
                  <a:srgbClr val="3D3C3C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defRPr sz="1200">
                <a:solidFill>
                  <a:srgbClr val="3D3C3C"/>
                </a:solidFill>
              </a:defRPr>
            </a:lvl4pPr>
            <a:lvl5pPr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Picture Placeholder 7">
            <a:extLst>
              <a:ext uri="{FF2B5EF4-FFF2-40B4-BE49-F238E27FC236}">
                <a16:creationId xmlns:a16="http://schemas.microsoft.com/office/drawing/2014/main" id="{F0203FBC-FB8C-F94A-A317-F50AD9F7409B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>
            <a:off x="228600" y="5029881"/>
            <a:ext cx="912720" cy="8406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ICON HERE</a:t>
            </a:r>
          </a:p>
        </p:txBody>
      </p:sp>
      <p:sp>
        <p:nvSpPr>
          <p:cNvPr id="32" name="Text Placeholder 2">
            <a:extLst>
              <a:ext uri="{FF2B5EF4-FFF2-40B4-BE49-F238E27FC236}">
                <a16:creationId xmlns:a16="http://schemas.microsoft.com/office/drawing/2014/main" id="{8C7D9D11-353D-9048-9564-37A684BF680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213472" y="5032468"/>
            <a:ext cx="2599236" cy="838202"/>
          </a:xfrm>
        </p:spPr>
        <p:txBody>
          <a:bodyPr/>
          <a:lstStyle>
            <a:lvl1pPr>
              <a:defRPr sz="1200">
                <a:solidFill>
                  <a:srgbClr val="3D3C3C"/>
                </a:solidFill>
              </a:defRPr>
            </a:lvl1pPr>
            <a:lvl2pPr>
              <a:defRPr sz="1200">
                <a:solidFill>
                  <a:srgbClr val="3D3C3C"/>
                </a:solidFill>
              </a:defRPr>
            </a:lvl2pPr>
            <a:lvl3pPr marL="698500" indent="-171450">
              <a:defRPr lang="en-US" sz="1200" b="0" i="0" kern="1200" dirty="0">
                <a:solidFill>
                  <a:srgbClr val="3D3C3C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defRPr sz="1200">
                <a:solidFill>
                  <a:srgbClr val="3D3C3C"/>
                </a:solidFill>
              </a:defRPr>
            </a:lvl4pPr>
            <a:lvl5pPr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Picture Placeholder 7">
            <a:extLst>
              <a:ext uri="{FF2B5EF4-FFF2-40B4-BE49-F238E27FC236}">
                <a16:creationId xmlns:a16="http://schemas.microsoft.com/office/drawing/2014/main" id="{B2EA5CB2-F295-E346-9340-B2E11080602C}"/>
              </a:ext>
            </a:extLst>
          </p:cNvPr>
          <p:cNvSpPr>
            <a:spLocks noGrp="1"/>
          </p:cNvSpPr>
          <p:nvPr>
            <p:ph type="pic" sz="quarter" idx="48" hasCustomPrompt="1"/>
          </p:nvPr>
        </p:nvSpPr>
        <p:spPr>
          <a:xfrm>
            <a:off x="4572000" y="5029986"/>
            <a:ext cx="912720" cy="8406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ICON HERE</a:t>
            </a:r>
          </a:p>
        </p:txBody>
      </p:sp>
      <p:sp>
        <p:nvSpPr>
          <p:cNvPr id="34" name="Text Placeholder 2">
            <a:extLst>
              <a:ext uri="{FF2B5EF4-FFF2-40B4-BE49-F238E27FC236}">
                <a16:creationId xmlns:a16="http://schemas.microsoft.com/office/drawing/2014/main" id="{6765B797-6F7F-7345-80FA-1A94CA24E699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5556872" y="5032573"/>
            <a:ext cx="2599236" cy="838202"/>
          </a:xfrm>
        </p:spPr>
        <p:txBody>
          <a:bodyPr/>
          <a:lstStyle>
            <a:lvl1pPr>
              <a:defRPr sz="1200">
                <a:solidFill>
                  <a:srgbClr val="3D3C3C"/>
                </a:solidFill>
              </a:defRPr>
            </a:lvl1pPr>
            <a:lvl2pPr>
              <a:defRPr sz="1200">
                <a:solidFill>
                  <a:srgbClr val="3D3C3C"/>
                </a:solidFill>
              </a:defRPr>
            </a:lvl2pPr>
            <a:lvl3pPr marL="698500" indent="-171450">
              <a:defRPr lang="en-US" sz="1200" b="0" i="0" kern="1200" dirty="0">
                <a:solidFill>
                  <a:srgbClr val="3D3C3C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defRPr sz="1200">
                <a:solidFill>
                  <a:srgbClr val="3D3C3C"/>
                </a:solidFill>
              </a:defRPr>
            </a:lvl4pPr>
            <a:lvl5pPr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B27E44B-DA4B-AA9E-B671-2C7092C6BCF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0" y="6342513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2665307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Comparison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EF1E4B41-BB92-7648-895C-DEDFFB103A5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8600" y="1386530"/>
            <a:ext cx="4343164" cy="538259"/>
          </a:xfrm>
          <a:prstGeom prst="rect">
            <a:avLst/>
          </a:prstGeom>
          <a:solidFill>
            <a:srgbClr val="FF462D"/>
          </a:solidFill>
        </p:spPr>
        <p:txBody>
          <a:bodyPr lIns="91440" tIns="91440" rIns="91440" bIns="91440" anchor="ctr">
            <a:noAutofit/>
          </a:bodyPr>
          <a:lstStyle>
            <a:lvl1pPr marL="0" indent="0" algn="l">
              <a:lnSpc>
                <a:spcPct val="100000"/>
              </a:lnSpc>
              <a:buFont typeface="Arial" panose="020B0604020202020204" pitchFamily="34" charset="0"/>
              <a:buNone/>
              <a:defRPr sz="1400" b="1" i="0" spc="0">
                <a:solidFill>
                  <a:schemeClr val="bg1"/>
                </a:solidFill>
                <a:latin typeface="TWK Everett" panose="020B0204000000000000" pitchFamily="34" charset="77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Add subheading here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F120A87D-75BD-0849-874F-766E1D7B28E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620000" y="1386530"/>
            <a:ext cx="4343163" cy="538259"/>
          </a:xfrm>
          <a:prstGeom prst="rect">
            <a:avLst/>
          </a:prstGeom>
          <a:solidFill>
            <a:srgbClr val="3D3C3C"/>
          </a:solidFill>
        </p:spPr>
        <p:txBody>
          <a:bodyPr lIns="91440" tIns="91440" rIns="91440" bIns="91440" anchor="ctr">
            <a:noAutofit/>
          </a:bodyPr>
          <a:lstStyle>
            <a:lvl1pPr marL="0" indent="0" algn="l">
              <a:lnSpc>
                <a:spcPct val="100000"/>
              </a:lnSpc>
              <a:buFont typeface="Arial" panose="020B0604020202020204" pitchFamily="34" charset="0"/>
              <a:buNone/>
              <a:defRPr sz="1400" b="1" i="0" spc="0">
                <a:solidFill>
                  <a:schemeClr val="bg1"/>
                </a:solidFill>
                <a:latin typeface="TWK Everett" panose="020B0204000000000000" pitchFamily="34" charset="77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Add subheading here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66FB95D9-514F-4248-8F2E-F0EA7D69FC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</a:lstStyle>
          <a:p>
            <a:fld id="{BB55D76A-9B6E-CD41-ABBE-F6C938295BA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527834FD-1748-9940-9248-BE341AABE1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599" y="293125"/>
            <a:ext cx="10439401" cy="28107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0" i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heading here</a:t>
            </a:r>
          </a:p>
        </p:txBody>
      </p:sp>
      <p:sp>
        <p:nvSpPr>
          <p:cNvPr id="24" name="Text Placeholder 57">
            <a:extLst>
              <a:ext uri="{FF2B5EF4-FFF2-40B4-BE49-F238E27FC236}">
                <a16:creationId xmlns:a16="http://schemas.microsoft.com/office/drawing/2014/main" id="{0D81B1FA-9FB8-7F4F-985E-2DCB4E4A2B2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28600" y="712673"/>
            <a:ext cx="10439966" cy="3108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400" b="0" i="0" dirty="0" smtClean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Add subheading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878012-C8AC-8944-9C8F-566AE38AAA8B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228600" y="2233612"/>
            <a:ext cx="4343400" cy="3786187"/>
          </a:xfrm>
        </p:spPr>
        <p:txBody>
          <a:bodyPr/>
          <a:lstStyle>
            <a:lvl1pPr>
              <a:defRPr>
                <a:solidFill>
                  <a:srgbClr val="3D3C3C"/>
                </a:solidFill>
              </a:defRPr>
            </a:lvl1pPr>
            <a:lvl2pPr>
              <a:defRPr>
                <a:solidFill>
                  <a:srgbClr val="3D3C3C"/>
                </a:solidFill>
              </a:defRPr>
            </a:lvl2pPr>
            <a:lvl3pPr marL="800100" indent="-285750">
              <a:defRPr lang="en-US" sz="1400" b="0" i="0" kern="1200" dirty="0">
                <a:solidFill>
                  <a:srgbClr val="3D3C3C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defRPr>
                <a:solidFill>
                  <a:srgbClr val="3D3C3C"/>
                </a:solidFill>
              </a:defRPr>
            </a:lvl4pPr>
            <a:lvl5pPr>
              <a:defRPr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278F8ADB-2953-A64A-97B3-AB59AE4A7D2B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632813" y="2233613"/>
            <a:ext cx="4330350" cy="3786186"/>
          </a:xfrm>
        </p:spPr>
        <p:txBody>
          <a:bodyPr/>
          <a:lstStyle>
            <a:lvl1pPr>
              <a:defRPr>
                <a:solidFill>
                  <a:srgbClr val="3D3C3C"/>
                </a:solidFill>
              </a:defRPr>
            </a:lvl1pPr>
            <a:lvl2pPr>
              <a:defRPr>
                <a:solidFill>
                  <a:srgbClr val="3D3C3C"/>
                </a:solidFill>
              </a:defRPr>
            </a:lvl2pPr>
            <a:lvl3pPr marL="742950" indent="-228600">
              <a:buFont typeface="Courier New" panose="02070309020205020404" pitchFamily="49" charset="0"/>
              <a:buChar char="o"/>
              <a:tabLst/>
              <a:defRPr>
                <a:solidFill>
                  <a:srgbClr val="3D3C3C"/>
                </a:solidFill>
              </a:defRPr>
            </a:lvl3pPr>
            <a:lvl4pPr>
              <a:defRPr>
                <a:solidFill>
                  <a:srgbClr val="3D3C3C"/>
                </a:solidFill>
              </a:defRPr>
            </a:lvl4pPr>
            <a:lvl5pPr>
              <a:defRPr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ight Arrow 3">
            <a:extLst>
              <a:ext uri="{FF2B5EF4-FFF2-40B4-BE49-F238E27FC236}">
                <a16:creationId xmlns:a16="http://schemas.microsoft.com/office/drawing/2014/main" id="{8D096CDA-242D-D948-869B-FB5A126D191B}"/>
              </a:ext>
            </a:extLst>
          </p:cNvPr>
          <p:cNvSpPr/>
          <p:nvPr userDrawn="1"/>
        </p:nvSpPr>
        <p:spPr>
          <a:xfrm>
            <a:off x="5440545" y="1337404"/>
            <a:ext cx="1310910" cy="649329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E4CDF63-41CD-4660-97A2-4CBC45EBCE1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0" y="6342513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7813944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EF1E4B41-BB92-7648-895C-DEDFFB103A5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70766" y="1214132"/>
            <a:ext cx="3045303" cy="866870"/>
          </a:xfrm>
          <a:prstGeom prst="rect">
            <a:avLst/>
          </a:prstGeom>
          <a:solidFill>
            <a:srgbClr val="FF462D"/>
          </a:solidFill>
        </p:spPr>
        <p:txBody>
          <a:bodyPr lIns="91440" tIns="91440" rIns="91440" bIns="91440" anchor="ctr">
            <a:noAutofit/>
          </a:bodyPr>
          <a:lstStyle>
            <a:lvl1pPr marL="0" indent="0" algn="l">
              <a:lnSpc>
                <a:spcPct val="100000"/>
              </a:lnSpc>
              <a:buFont typeface="Arial" panose="020B0604020202020204" pitchFamily="34" charset="0"/>
              <a:buNone/>
              <a:defRPr sz="1400" b="1" i="0" spc="0">
                <a:solidFill>
                  <a:schemeClr val="bg1"/>
                </a:solidFill>
                <a:latin typeface="TWK Everett" panose="020B0204000000000000" pitchFamily="34" charset="77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Add subheading here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2907C453-C89F-D54F-BE99-D59C25A87C4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66599" y="1214132"/>
            <a:ext cx="3045303" cy="866870"/>
          </a:xfrm>
          <a:prstGeom prst="rect">
            <a:avLst/>
          </a:prstGeom>
          <a:solidFill>
            <a:srgbClr val="9E9287"/>
          </a:solidFill>
        </p:spPr>
        <p:txBody>
          <a:bodyPr lIns="91440" tIns="91440" rIns="91440" bIns="91440" anchor="ctr">
            <a:noAutofit/>
          </a:bodyPr>
          <a:lstStyle>
            <a:lvl1pPr marL="0" indent="0" algn="l">
              <a:lnSpc>
                <a:spcPct val="100000"/>
              </a:lnSpc>
              <a:buFont typeface="Arial" panose="020B0604020202020204" pitchFamily="34" charset="0"/>
              <a:buNone/>
              <a:defRPr sz="1400" b="1" i="0" spc="0">
                <a:solidFill>
                  <a:schemeClr val="bg1"/>
                </a:solidFill>
                <a:latin typeface="TWK Everett" panose="020B0204000000000000" pitchFamily="34" charset="77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Add subheading here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F120A87D-75BD-0849-874F-766E1D7B28E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367839" y="1214132"/>
            <a:ext cx="3045303" cy="866870"/>
          </a:xfrm>
          <a:prstGeom prst="rect">
            <a:avLst/>
          </a:prstGeom>
          <a:solidFill>
            <a:srgbClr val="3D3C3C"/>
          </a:solidFill>
        </p:spPr>
        <p:txBody>
          <a:bodyPr lIns="91440" tIns="91440" rIns="91440" bIns="91440" anchor="ctr">
            <a:noAutofit/>
          </a:bodyPr>
          <a:lstStyle>
            <a:lvl1pPr marL="0" indent="0" algn="l">
              <a:lnSpc>
                <a:spcPct val="100000"/>
              </a:lnSpc>
              <a:buFont typeface="Arial" panose="020B0604020202020204" pitchFamily="34" charset="0"/>
              <a:buNone/>
              <a:defRPr sz="1400" b="1" i="0" spc="0">
                <a:solidFill>
                  <a:schemeClr val="bg1"/>
                </a:solidFill>
                <a:latin typeface="TWK Everett" panose="020B0204000000000000" pitchFamily="34" charset="77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Add subheading here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66FB95D9-514F-4248-8F2E-F0EA7D69FC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</a:lstStyle>
          <a:p>
            <a:fld id="{BB55D76A-9B6E-CD41-ABBE-F6C938295BA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527834FD-1748-9940-9248-BE341AABE1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599" y="293125"/>
            <a:ext cx="4343165" cy="28107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0" i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heading here</a:t>
            </a:r>
          </a:p>
        </p:txBody>
      </p:sp>
      <p:sp>
        <p:nvSpPr>
          <p:cNvPr id="24" name="Text Placeholder 57">
            <a:extLst>
              <a:ext uri="{FF2B5EF4-FFF2-40B4-BE49-F238E27FC236}">
                <a16:creationId xmlns:a16="http://schemas.microsoft.com/office/drawing/2014/main" id="{0D81B1FA-9FB8-7F4F-985E-2DCB4E4A2B2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28600" y="712673"/>
            <a:ext cx="4343400" cy="3108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400" b="0" i="0" dirty="0" smtClean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Add subheading here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199A1D2F-33C9-CD40-984C-B95180E5541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76159" y="2081003"/>
            <a:ext cx="3045304" cy="3100598"/>
          </a:xfrm>
          <a:solidFill>
            <a:srgbClr val="F2F1EE"/>
          </a:solidFill>
        </p:spPr>
        <p:txBody>
          <a:bodyPr lIns="91440" tIns="91440" rIns="91440" bIns="91440"/>
          <a:lstStyle>
            <a:lvl1pPr>
              <a:defRPr sz="1200">
                <a:solidFill>
                  <a:srgbClr val="3D3C3C"/>
                </a:solidFill>
              </a:defRPr>
            </a:lvl1pPr>
            <a:lvl2pPr>
              <a:defRPr sz="1200">
                <a:solidFill>
                  <a:srgbClr val="3D3C3C"/>
                </a:solidFill>
              </a:defRPr>
            </a:lvl2pPr>
            <a:lvl3pPr marL="690563" indent="-163513">
              <a:buFont typeface="Courier New" panose="02070309020205020404" pitchFamily="49" charset="0"/>
              <a:buChar char="o"/>
              <a:tabLst/>
              <a:defRPr sz="1200">
                <a:solidFill>
                  <a:srgbClr val="3D3C3C"/>
                </a:solidFill>
              </a:defRPr>
            </a:lvl3pPr>
            <a:lvl4pPr>
              <a:defRPr sz="1200">
                <a:solidFill>
                  <a:srgbClr val="3D3C3C"/>
                </a:solidFill>
              </a:defRPr>
            </a:lvl4pPr>
            <a:lvl5pPr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9C195B17-BEAC-A04A-987B-6D8C69F7C79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66603" y="2081003"/>
            <a:ext cx="3045304" cy="3100598"/>
          </a:xfrm>
          <a:solidFill>
            <a:srgbClr val="F2F1EE"/>
          </a:solidFill>
        </p:spPr>
        <p:txBody>
          <a:bodyPr lIns="91440" tIns="91440" rIns="91440" bIns="91440"/>
          <a:lstStyle>
            <a:lvl1pPr>
              <a:defRPr sz="1200">
                <a:solidFill>
                  <a:srgbClr val="3D3C3C"/>
                </a:solidFill>
              </a:defRPr>
            </a:lvl1pPr>
            <a:lvl2pPr>
              <a:defRPr sz="1200">
                <a:solidFill>
                  <a:srgbClr val="3D3C3C"/>
                </a:solidFill>
              </a:defRPr>
            </a:lvl2pPr>
            <a:lvl3pPr marL="698500" indent="-171450">
              <a:defRPr lang="en-US" sz="1200" b="0" i="0" kern="1200" dirty="0">
                <a:solidFill>
                  <a:srgbClr val="3D3C3C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defRPr sz="1200">
                <a:solidFill>
                  <a:srgbClr val="3D3C3C"/>
                </a:solidFill>
              </a:defRPr>
            </a:lvl4pPr>
            <a:lvl5pPr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0E5CE829-47CB-684E-8FA1-9EF59A28088B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70537" y="2081003"/>
            <a:ext cx="3045304" cy="3100598"/>
          </a:xfrm>
          <a:solidFill>
            <a:srgbClr val="F2F1EE"/>
          </a:solidFill>
        </p:spPr>
        <p:txBody>
          <a:bodyPr lIns="91440" tIns="91440" rIns="91440" bIns="91440"/>
          <a:lstStyle>
            <a:lvl1pPr>
              <a:defRPr sz="1200">
                <a:solidFill>
                  <a:srgbClr val="3D3C3C"/>
                </a:solidFill>
              </a:defRPr>
            </a:lvl1pPr>
            <a:lvl2pPr>
              <a:defRPr sz="1200">
                <a:solidFill>
                  <a:srgbClr val="3D3C3C"/>
                </a:solidFill>
              </a:defRPr>
            </a:lvl2pPr>
            <a:lvl3pPr marL="698500" indent="-171450">
              <a:defRPr lang="en-US" sz="1200" b="0" i="0" kern="1200" dirty="0">
                <a:solidFill>
                  <a:srgbClr val="3D3C3C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defRPr sz="1200">
                <a:solidFill>
                  <a:srgbClr val="3D3C3C"/>
                </a:solidFill>
              </a:defRPr>
            </a:lvl4pPr>
            <a:lvl5pPr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F2351650-0AF5-7B41-8717-C63444B9D1EB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70767" y="5530474"/>
            <a:ext cx="10642376" cy="489326"/>
          </a:xfrm>
          <a:prstGeom prst="rect">
            <a:avLst/>
          </a:prstGeom>
          <a:solidFill>
            <a:srgbClr val="042315"/>
          </a:solidFill>
        </p:spPr>
        <p:txBody>
          <a:bodyPr lIns="91440" tIns="91440" rIns="91440" bIns="91440" anchor="ctr">
            <a:noAutofit/>
          </a:bodyPr>
          <a:lstStyle>
            <a:lvl1pPr marL="0" indent="0" algn="l">
              <a:lnSpc>
                <a:spcPct val="100000"/>
              </a:lnSpc>
              <a:buFont typeface="Arial" panose="020B0604020202020204" pitchFamily="34" charset="0"/>
              <a:buNone/>
              <a:defRPr sz="1400" b="1" i="0" spc="0">
                <a:solidFill>
                  <a:schemeClr val="bg1"/>
                </a:solidFill>
                <a:latin typeface="TWK Everett" panose="020B0204000000000000" pitchFamily="34" charset="77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Add subheading here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5BDA29F-13DD-FA83-D84A-7D6C67A4FEB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0" y="6342513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5457323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lumn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EF1E4B41-BB92-7648-895C-DEDFFB103A5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282241" y="1714500"/>
            <a:ext cx="2593494" cy="876300"/>
          </a:xfrm>
          <a:prstGeom prst="rect">
            <a:avLst/>
          </a:prstGeom>
          <a:solidFill>
            <a:srgbClr val="FF462D"/>
          </a:solidFill>
        </p:spPr>
        <p:txBody>
          <a:bodyPr lIns="91440" tIns="91440" rIns="91440" bIns="91440" anchor="ctr">
            <a:noAutofit/>
          </a:bodyPr>
          <a:lstStyle>
            <a:lvl1pPr marL="0" indent="0" algn="l">
              <a:lnSpc>
                <a:spcPct val="100000"/>
              </a:lnSpc>
              <a:buFont typeface="Arial" panose="020B0604020202020204" pitchFamily="34" charset="0"/>
              <a:buNone/>
              <a:defRPr sz="1400" b="1" i="0" spc="0">
                <a:solidFill>
                  <a:schemeClr val="bg1"/>
                </a:solidFill>
                <a:latin typeface="TWK Everett" panose="020B0204000000000000" pitchFamily="34" charset="77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Add subheading here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2907C453-C89F-D54F-BE99-D59C25A87C4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35630" y="1714500"/>
            <a:ext cx="2579770" cy="876300"/>
          </a:xfrm>
          <a:prstGeom prst="rect">
            <a:avLst/>
          </a:prstGeom>
          <a:solidFill>
            <a:srgbClr val="9E9287"/>
          </a:solidFill>
        </p:spPr>
        <p:txBody>
          <a:bodyPr lIns="91440" tIns="91440" rIns="91440" bIns="91440" anchor="ctr">
            <a:noAutofit/>
          </a:bodyPr>
          <a:lstStyle>
            <a:lvl1pPr marL="0" indent="0" algn="l">
              <a:lnSpc>
                <a:spcPct val="100000"/>
              </a:lnSpc>
              <a:buFont typeface="Arial" panose="020B0604020202020204" pitchFamily="34" charset="0"/>
              <a:buNone/>
              <a:defRPr sz="1400" b="1" i="0" spc="0">
                <a:solidFill>
                  <a:schemeClr val="bg1"/>
                </a:solidFill>
                <a:latin typeface="TWK Everett" panose="020B0204000000000000" pitchFamily="34" charset="77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Add subheading here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F120A87D-75BD-0849-874F-766E1D7B28E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375295" y="1714500"/>
            <a:ext cx="2593841" cy="876300"/>
          </a:xfrm>
          <a:prstGeom prst="rect">
            <a:avLst/>
          </a:prstGeom>
          <a:solidFill>
            <a:srgbClr val="3D3C3C"/>
          </a:solidFill>
        </p:spPr>
        <p:txBody>
          <a:bodyPr lIns="91440" tIns="91440" rIns="91440" bIns="91440" anchor="ctr">
            <a:noAutofit/>
          </a:bodyPr>
          <a:lstStyle>
            <a:lvl1pPr marL="0" indent="0" algn="l">
              <a:lnSpc>
                <a:spcPct val="100000"/>
              </a:lnSpc>
              <a:buFont typeface="Arial" panose="020B0604020202020204" pitchFamily="34" charset="0"/>
              <a:buNone/>
              <a:defRPr sz="1400" b="1" i="0" spc="0">
                <a:solidFill>
                  <a:schemeClr val="bg1"/>
                </a:solidFill>
                <a:latin typeface="TWK Everett" panose="020B0204000000000000" pitchFamily="34" charset="77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Add subheading here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66FB95D9-514F-4248-8F2E-F0EA7D69FC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</a:lstStyle>
          <a:p>
            <a:fld id="{BB55D76A-9B6E-CD41-ABBE-F6C938295BA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527834FD-1748-9940-9248-BE341AABE1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599" y="293125"/>
            <a:ext cx="2819401" cy="28107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0" i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heading here</a:t>
            </a:r>
          </a:p>
        </p:txBody>
      </p:sp>
      <p:sp>
        <p:nvSpPr>
          <p:cNvPr id="24" name="Text Placeholder 57">
            <a:extLst>
              <a:ext uri="{FF2B5EF4-FFF2-40B4-BE49-F238E27FC236}">
                <a16:creationId xmlns:a16="http://schemas.microsoft.com/office/drawing/2014/main" id="{0D81B1FA-9FB8-7F4F-985E-2DCB4E4A2B2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28600" y="712673"/>
            <a:ext cx="2819554" cy="3108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400" b="0" i="0" dirty="0" smtClean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Add subheading here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199A1D2F-33C9-CD40-984C-B95180E5541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287634" y="2715236"/>
            <a:ext cx="2579766" cy="3304564"/>
          </a:xfrm>
          <a:noFill/>
        </p:spPr>
        <p:txBody>
          <a:bodyPr lIns="0" tIns="0" rIns="0" bIns="0"/>
          <a:lstStyle>
            <a:lvl1pPr>
              <a:defRPr sz="1200">
                <a:solidFill>
                  <a:srgbClr val="3D3C3C"/>
                </a:solidFill>
              </a:defRPr>
            </a:lvl1pPr>
            <a:lvl2pPr>
              <a:defRPr sz="1200">
                <a:solidFill>
                  <a:srgbClr val="3D3C3C"/>
                </a:solidFill>
              </a:defRPr>
            </a:lvl2pPr>
            <a:lvl3pPr marL="698500" indent="-171450">
              <a:defRPr lang="en-US" sz="1200" b="0" i="0" kern="1200" dirty="0">
                <a:solidFill>
                  <a:srgbClr val="3D3C3C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defRPr sz="1200">
                <a:solidFill>
                  <a:srgbClr val="3D3C3C"/>
                </a:solidFill>
              </a:defRPr>
            </a:lvl4pPr>
            <a:lvl5pPr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9C195B17-BEAC-A04A-987B-6D8C69F7C79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335633" y="2715236"/>
            <a:ext cx="2574127" cy="3304564"/>
          </a:xfrm>
          <a:noFill/>
        </p:spPr>
        <p:txBody>
          <a:bodyPr lIns="0" tIns="0" rIns="0" bIns="0"/>
          <a:lstStyle>
            <a:lvl1pPr>
              <a:defRPr sz="1200">
                <a:solidFill>
                  <a:srgbClr val="3D3C3C"/>
                </a:solidFill>
              </a:defRPr>
            </a:lvl1pPr>
            <a:lvl2pPr>
              <a:defRPr sz="1200">
                <a:solidFill>
                  <a:srgbClr val="3D3C3C"/>
                </a:solidFill>
              </a:defRPr>
            </a:lvl2pPr>
            <a:lvl3pPr marL="698500" indent="-171450">
              <a:defRPr lang="en-US" sz="1200" b="0" i="0" kern="1200" dirty="0">
                <a:solidFill>
                  <a:srgbClr val="3D3C3C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defRPr sz="1200">
                <a:solidFill>
                  <a:srgbClr val="3D3C3C"/>
                </a:solidFill>
              </a:defRPr>
            </a:lvl4pPr>
            <a:lvl5pPr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0E5CE829-47CB-684E-8FA1-9EF59A28088B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377993" y="2715236"/>
            <a:ext cx="2593842" cy="3304564"/>
          </a:xfrm>
          <a:noFill/>
        </p:spPr>
        <p:txBody>
          <a:bodyPr lIns="0" tIns="0" rIns="0" bIns="0"/>
          <a:lstStyle>
            <a:lvl1pPr>
              <a:defRPr sz="1200">
                <a:solidFill>
                  <a:srgbClr val="3D3C3C"/>
                </a:solidFill>
              </a:defRPr>
            </a:lvl1pPr>
            <a:lvl2pPr>
              <a:defRPr sz="1200">
                <a:solidFill>
                  <a:srgbClr val="3D3C3C"/>
                </a:solidFill>
              </a:defRPr>
            </a:lvl2pPr>
            <a:lvl3pPr marL="698500" indent="-171450">
              <a:defRPr lang="en-US" sz="1200" b="0" i="0" kern="1200" dirty="0">
                <a:solidFill>
                  <a:srgbClr val="3D3C3C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defRPr sz="1200">
                <a:solidFill>
                  <a:srgbClr val="3D3C3C"/>
                </a:solidFill>
              </a:defRPr>
            </a:lvl4pPr>
            <a:lvl5pPr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0CCFC44E-C6B5-0540-A29E-F342F4B86B7B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39631" y="1714500"/>
            <a:ext cx="2579770" cy="4305300"/>
          </a:xfrm>
          <a:noFill/>
        </p:spPr>
        <p:txBody>
          <a:bodyPr lIns="0" tIns="0" rIns="0" bIns="0"/>
          <a:lstStyle>
            <a:lvl1pPr>
              <a:defRPr sz="1200">
                <a:solidFill>
                  <a:srgbClr val="3D3C3C"/>
                </a:solidFill>
              </a:defRPr>
            </a:lvl1pPr>
            <a:lvl2pPr>
              <a:defRPr sz="1200">
                <a:solidFill>
                  <a:srgbClr val="3D3C3C"/>
                </a:solidFill>
              </a:defRPr>
            </a:lvl2pPr>
            <a:lvl3pPr marL="690563" indent="-163513">
              <a:buFont typeface="Courier New" panose="02070309020205020404" pitchFamily="49" charset="0"/>
              <a:buChar char="o"/>
              <a:tabLst/>
              <a:defRPr sz="1200">
                <a:solidFill>
                  <a:srgbClr val="3D3C3C"/>
                </a:solidFill>
              </a:defRPr>
            </a:lvl3pPr>
            <a:lvl4pPr>
              <a:defRPr sz="1200">
                <a:solidFill>
                  <a:srgbClr val="3D3C3C"/>
                </a:solidFill>
              </a:defRPr>
            </a:lvl4pPr>
            <a:lvl5pPr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1856A51-DFB9-5D90-2908-BFFFF3969AB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0" y="6342513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5450746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EF1E4B41-BB92-7648-895C-DEDFFB103A5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8601" y="1547954"/>
            <a:ext cx="2590800" cy="32349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buFont typeface="Arial" panose="020B0604020202020204" pitchFamily="34" charset="0"/>
              <a:buNone/>
              <a:defRPr sz="1400" b="1" i="0" spc="0">
                <a:solidFill>
                  <a:srgbClr val="FF462D"/>
                </a:solidFill>
                <a:latin typeface="TWK Everett" panose="020B0204000000000000" pitchFamily="34" charset="77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Subheading here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2907C453-C89F-D54F-BE99-D59C25A87C4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276597" y="1547954"/>
            <a:ext cx="2590800" cy="32349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buFont typeface="Arial" panose="020B0604020202020204" pitchFamily="34" charset="0"/>
              <a:buNone/>
              <a:defRPr sz="1400" b="1" i="0" spc="0">
                <a:solidFill>
                  <a:srgbClr val="FF462D"/>
                </a:solidFill>
                <a:latin typeface="TWK Everett" panose="020B0204000000000000" pitchFamily="34" charset="77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Subheading here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F120A87D-75BD-0849-874F-766E1D7B28E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324599" y="1547954"/>
            <a:ext cx="2590800" cy="32349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buFont typeface="Arial" panose="020B0604020202020204" pitchFamily="34" charset="0"/>
              <a:buNone/>
              <a:defRPr sz="1400" b="1" i="0" spc="0">
                <a:solidFill>
                  <a:srgbClr val="FF462D"/>
                </a:solidFill>
                <a:latin typeface="TWK Everett" panose="020B0204000000000000" pitchFamily="34" charset="77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Subheading here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35B1A441-818E-2042-B9D2-1725279087F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372601" y="1547954"/>
            <a:ext cx="2590800" cy="32349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buFont typeface="Arial" panose="020B0604020202020204" pitchFamily="34" charset="0"/>
              <a:buNone/>
              <a:defRPr sz="1400" b="1" i="0" spc="0">
                <a:solidFill>
                  <a:srgbClr val="FF462D"/>
                </a:solidFill>
                <a:latin typeface="TWK Everett" panose="020B0204000000000000" pitchFamily="34" charset="77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Subheading here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66FB95D9-514F-4248-8F2E-F0EA7D69FC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</a:lstStyle>
          <a:p>
            <a:fld id="{BB55D76A-9B6E-CD41-ABBE-F6C938295BA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527834FD-1748-9940-9248-BE341AABE1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599" y="293125"/>
            <a:ext cx="4343165" cy="28107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0" i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heading here</a:t>
            </a:r>
          </a:p>
        </p:txBody>
      </p:sp>
      <p:sp>
        <p:nvSpPr>
          <p:cNvPr id="24" name="Text Placeholder 57">
            <a:extLst>
              <a:ext uri="{FF2B5EF4-FFF2-40B4-BE49-F238E27FC236}">
                <a16:creationId xmlns:a16="http://schemas.microsoft.com/office/drawing/2014/main" id="{0D81B1FA-9FB8-7F4F-985E-2DCB4E4A2B2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28600" y="712673"/>
            <a:ext cx="4343400" cy="3108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400" b="0" i="0" dirty="0" smtClean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Add subheading here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199A1D2F-33C9-CD40-984C-B95180E5541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33993" y="1933365"/>
            <a:ext cx="2590801" cy="3248235"/>
          </a:xfrm>
        </p:spPr>
        <p:txBody>
          <a:bodyPr/>
          <a:lstStyle>
            <a:lvl1pPr>
              <a:defRPr sz="1200">
                <a:solidFill>
                  <a:srgbClr val="3D3C3C"/>
                </a:solidFill>
              </a:defRPr>
            </a:lvl1pPr>
            <a:lvl2pPr>
              <a:defRPr sz="1200">
                <a:solidFill>
                  <a:srgbClr val="3D3C3C"/>
                </a:solidFill>
              </a:defRPr>
            </a:lvl2pPr>
            <a:lvl3pPr marL="690563" indent="-163513">
              <a:buFont typeface="Courier New" panose="02070309020205020404" pitchFamily="49" charset="0"/>
              <a:buChar char="o"/>
              <a:tabLst/>
              <a:defRPr sz="1200">
                <a:solidFill>
                  <a:srgbClr val="3D3C3C"/>
                </a:solidFill>
              </a:defRPr>
            </a:lvl3pPr>
            <a:lvl4pPr>
              <a:defRPr sz="1200">
                <a:solidFill>
                  <a:srgbClr val="3D3C3C"/>
                </a:solidFill>
              </a:defRPr>
            </a:lvl4pPr>
            <a:lvl5pPr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9C195B17-BEAC-A04A-987B-6D8C69F7C79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276600" y="1933365"/>
            <a:ext cx="2590801" cy="3248235"/>
          </a:xfrm>
        </p:spPr>
        <p:txBody>
          <a:bodyPr/>
          <a:lstStyle>
            <a:lvl1pPr>
              <a:defRPr sz="1200">
                <a:solidFill>
                  <a:srgbClr val="3D3C3C"/>
                </a:solidFill>
              </a:defRPr>
            </a:lvl1pPr>
            <a:lvl2pPr>
              <a:defRPr sz="1200">
                <a:solidFill>
                  <a:srgbClr val="3D3C3C"/>
                </a:solidFill>
              </a:defRPr>
            </a:lvl2pPr>
            <a:lvl3pPr marL="698500" indent="-171450">
              <a:defRPr lang="en-US" sz="1200" b="0" i="0" kern="1200" dirty="0">
                <a:solidFill>
                  <a:srgbClr val="3D3C3C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defRPr sz="1200">
                <a:solidFill>
                  <a:srgbClr val="3D3C3C"/>
                </a:solidFill>
              </a:defRPr>
            </a:lvl4pPr>
            <a:lvl5pPr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0E5CE829-47CB-684E-8FA1-9EF59A28088B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327296" y="1933365"/>
            <a:ext cx="2590801" cy="3248235"/>
          </a:xfrm>
        </p:spPr>
        <p:txBody>
          <a:bodyPr/>
          <a:lstStyle>
            <a:lvl1pPr>
              <a:defRPr sz="1200">
                <a:solidFill>
                  <a:srgbClr val="3D3C3C"/>
                </a:solidFill>
              </a:defRPr>
            </a:lvl1pPr>
            <a:lvl2pPr>
              <a:defRPr sz="1200">
                <a:solidFill>
                  <a:srgbClr val="3D3C3C"/>
                </a:solidFill>
              </a:defRPr>
            </a:lvl2pPr>
            <a:lvl3pPr marL="698500" indent="-171450">
              <a:defRPr lang="en-US" sz="1200" b="0" i="0" kern="1200" dirty="0">
                <a:solidFill>
                  <a:srgbClr val="3D3C3C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defRPr sz="1200">
                <a:solidFill>
                  <a:srgbClr val="3D3C3C"/>
                </a:solidFill>
              </a:defRPr>
            </a:lvl4pPr>
            <a:lvl5pPr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72440BF4-40CE-3A4D-91C2-BCCF11E0F88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369903" y="1933365"/>
            <a:ext cx="2590801" cy="3248235"/>
          </a:xfrm>
        </p:spPr>
        <p:txBody>
          <a:bodyPr/>
          <a:lstStyle>
            <a:lvl1pPr>
              <a:defRPr sz="1200">
                <a:solidFill>
                  <a:srgbClr val="3D3C3C"/>
                </a:solidFill>
              </a:defRPr>
            </a:lvl1pPr>
            <a:lvl2pPr>
              <a:defRPr sz="1200">
                <a:solidFill>
                  <a:srgbClr val="3D3C3C"/>
                </a:solidFill>
              </a:defRPr>
            </a:lvl2pPr>
            <a:lvl3pPr marL="698500" indent="-171450">
              <a:defRPr lang="en-US" sz="1200" b="0" i="0" kern="1200" dirty="0">
                <a:solidFill>
                  <a:srgbClr val="3D3C3C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defRPr sz="1200">
                <a:solidFill>
                  <a:srgbClr val="3D3C3C"/>
                </a:solidFill>
              </a:defRPr>
            </a:lvl4pPr>
            <a:lvl5pPr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214BF51-86A8-6DA9-6102-54E40430247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0" y="6342513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7719626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section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CCFAC936-D591-9543-BA96-1E3C3173F97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28600" y="1557103"/>
            <a:ext cx="2590800" cy="185678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 b="1" i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Subheading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6FEF210-22BD-C34B-8F6C-AE26E7B825A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73893" y="1542911"/>
            <a:ext cx="2592391" cy="207962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 b="1" i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Subheading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19009CE-AFDE-EE4A-A955-7307350C769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372599" y="1549321"/>
            <a:ext cx="2592391" cy="185678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 b="1" i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Subheading</a:t>
            </a:r>
          </a:p>
        </p:txBody>
      </p:sp>
      <p:sp>
        <p:nvSpPr>
          <p:cNvPr id="28" name="Text Placeholder 13">
            <a:extLst>
              <a:ext uri="{FF2B5EF4-FFF2-40B4-BE49-F238E27FC236}">
                <a16:creationId xmlns:a16="http://schemas.microsoft.com/office/drawing/2014/main" id="{DF74593B-DD8B-A549-B7F6-CA6CE7B4CA8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20709" y="1542911"/>
            <a:ext cx="2592391" cy="207962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 b="1" i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Subheading</a:t>
            </a:r>
          </a:p>
        </p:txBody>
      </p:sp>
      <p:sp>
        <p:nvSpPr>
          <p:cNvPr id="40" name="Text Placeholder 13">
            <a:extLst>
              <a:ext uri="{FF2B5EF4-FFF2-40B4-BE49-F238E27FC236}">
                <a16:creationId xmlns:a16="http://schemas.microsoft.com/office/drawing/2014/main" id="{AC9B3920-F627-8D4A-8EC7-F7F15F5934F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228600" y="3719237"/>
            <a:ext cx="2590800" cy="185678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 b="1" i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Subheading</a:t>
            </a:r>
          </a:p>
        </p:txBody>
      </p:sp>
      <p:sp>
        <p:nvSpPr>
          <p:cNvPr id="42" name="Text Placeholder 13">
            <a:extLst>
              <a:ext uri="{FF2B5EF4-FFF2-40B4-BE49-F238E27FC236}">
                <a16:creationId xmlns:a16="http://schemas.microsoft.com/office/drawing/2014/main" id="{BDB30F7E-C25C-F643-8457-966A4E9EA43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273893" y="3705045"/>
            <a:ext cx="2592391" cy="207962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 b="1" i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Subheading</a:t>
            </a:r>
          </a:p>
        </p:txBody>
      </p:sp>
      <p:sp>
        <p:nvSpPr>
          <p:cNvPr id="44" name="Text Placeholder 13">
            <a:extLst>
              <a:ext uri="{FF2B5EF4-FFF2-40B4-BE49-F238E27FC236}">
                <a16:creationId xmlns:a16="http://schemas.microsoft.com/office/drawing/2014/main" id="{7C39C1A6-7460-C14B-83D4-33C9C6C4BE9C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372599" y="3711455"/>
            <a:ext cx="2592391" cy="185678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 b="1" i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Subheading</a:t>
            </a:r>
          </a:p>
        </p:txBody>
      </p:sp>
      <p:sp>
        <p:nvSpPr>
          <p:cNvPr id="46" name="Text Placeholder 13">
            <a:extLst>
              <a:ext uri="{FF2B5EF4-FFF2-40B4-BE49-F238E27FC236}">
                <a16:creationId xmlns:a16="http://schemas.microsoft.com/office/drawing/2014/main" id="{C34D65A6-934C-D74C-BB66-6AF877EEE449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320709" y="3705045"/>
            <a:ext cx="2592391" cy="207962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 b="1" i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Subheading</a:t>
            </a:r>
          </a:p>
        </p:txBody>
      </p:sp>
      <p:sp>
        <p:nvSpPr>
          <p:cNvPr id="25" name="Slide Number Placeholder 5">
            <a:extLst>
              <a:ext uri="{FF2B5EF4-FFF2-40B4-BE49-F238E27FC236}">
                <a16:creationId xmlns:a16="http://schemas.microsoft.com/office/drawing/2014/main" id="{7DEA0471-411E-9E4D-9433-E993E317E8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</a:lstStyle>
          <a:p>
            <a:fld id="{BB55D76A-9B6E-CD41-ABBE-F6C938295BA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F5D09593-59D3-F446-AE5D-E987B7AF61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599" y="293125"/>
            <a:ext cx="4343165" cy="28107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0" i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heading here</a:t>
            </a:r>
          </a:p>
        </p:txBody>
      </p:sp>
      <p:sp>
        <p:nvSpPr>
          <p:cNvPr id="31" name="Text Placeholder 57">
            <a:extLst>
              <a:ext uri="{FF2B5EF4-FFF2-40B4-BE49-F238E27FC236}">
                <a16:creationId xmlns:a16="http://schemas.microsoft.com/office/drawing/2014/main" id="{4F529D1E-5228-F047-BF88-AAC5A30A8500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228600" y="712673"/>
            <a:ext cx="4343400" cy="3108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400" b="0" i="0" dirty="0" smtClean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Add subheading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8EB7D0-7AE4-AA48-93F7-193A1229D2F5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228600" y="1898033"/>
            <a:ext cx="2590800" cy="1386505"/>
          </a:xfrm>
        </p:spPr>
        <p:txBody>
          <a:bodyPr/>
          <a:lstStyle>
            <a:lvl1pPr>
              <a:defRPr sz="1200">
                <a:solidFill>
                  <a:srgbClr val="3D3C3C"/>
                </a:solidFill>
              </a:defRPr>
            </a:lvl1pPr>
            <a:lvl2pPr>
              <a:defRPr sz="1200">
                <a:solidFill>
                  <a:srgbClr val="3D3C3C"/>
                </a:solidFill>
              </a:defRPr>
            </a:lvl2pPr>
            <a:lvl3pPr marL="690563" indent="-163513">
              <a:buFont typeface="Courier New" panose="02070309020205020404" pitchFamily="49" charset="0"/>
              <a:buChar char="o"/>
              <a:tabLst/>
              <a:defRPr sz="1200">
                <a:solidFill>
                  <a:srgbClr val="3D3C3C"/>
                </a:solidFill>
              </a:defRPr>
            </a:lvl3pPr>
            <a:lvl4pPr>
              <a:defRPr sz="1200">
                <a:solidFill>
                  <a:srgbClr val="3D3C3C"/>
                </a:solidFill>
              </a:defRPr>
            </a:lvl4pPr>
            <a:lvl5pPr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2">
            <a:extLst>
              <a:ext uri="{FF2B5EF4-FFF2-40B4-BE49-F238E27FC236}">
                <a16:creationId xmlns:a16="http://schemas.microsoft.com/office/drawing/2014/main" id="{8BCB215A-5B20-0743-94E0-557154D24C87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287390" y="1898033"/>
            <a:ext cx="2590800" cy="1386505"/>
          </a:xfrm>
        </p:spPr>
        <p:txBody>
          <a:bodyPr/>
          <a:lstStyle>
            <a:lvl1pPr>
              <a:defRPr sz="1200">
                <a:solidFill>
                  <a:srgbClr val="3D3C3C"/>
                </a:solidFill>
              </a:defRPr>
            </a:lvl1pPr>
            <a:lvl2pPr>
              <a:defRPr sz="1200">
                <a:solidFill>
                  <a:srgbClr val="3D3C3C"/>
                </a:solidFill>
              </a:defRPr>
            </a:lvl2pPr>
            <a:lvl3pPr marL="698500" indent="-171450">
              <a:defRPr lang="en-US" sz="1200" b="0" i="0" kern="1200" dirty="0">
                <a:solidFill>
                  <a:srgbClr val="3D3C3C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defRPr sz="1200">
                <a:solidFill>
                  <a:srgbClr val="3D3C3C"/>
                </a:solidFill>
              </a:defRPr>
            </a:lvl4pPr>
            <a:lvl5pPr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A6D80D71-9424-2F44-B162-5999A7873AA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6329995" y="1898033"/>
            <a:ext cx="2590800" cy="1386505"/>
          </a:xfrm>
        </p:spPr>
        <p:txBody>
          <a:bodyPr/>
          <a:lstStyle>
            <a:lvl1pPr>
              <a:defRPr sz="1200">
                <a:solidFill>
                  <a:srgbClr val="3D3C3C"/>
                </a:solidFill>
              </a:defRPr>
            </a:lvl1pPr>
            <a:lvl2pPr>
              <a:defRPr sz="1200">
                <a:solidFill>
                  <a:srgbClr val="3D3C3C"/>
                </a:solidFill>
              </a:defRPr>
            </a:lvl2pPr>
            <a:lvl3pPr marL="698500" indent="-171450">
              <a:defRPr lang="en-US" sz="1200" b="0" i="0" kern="1200" dirty="0">
                <a:solidFill>
                  <a:srgbClr val="3D3C3C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defRPr sz="1200">
                <a:solidFill>
                  <a:srgbClr val="3D3C3C"/>
                </a:solidFill>
              </a:defRPr>
            </a:lvl4pPr>
            <a:lvl5pPr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4" name="Text Placeholder 2">
            <a:extLst>
              <a:ext uri="{FF2B5EF4-FFF2-40B4-BE49-F238E27FC236}">
                <a16:creationId xmlns:a16="http://schemas.microsoft.com/office/drawing/2014/main" id="{4CC2B804-C5D8-5A48-81B7-5713C7B60E20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9380692" y="1898033"/>
            <a:ext cx="2590800" cy="1386505"/>
          </a:xfrm>
        </p:spPr>
        <p:txBody>
          <a:bodyPr/>
          <a:lstStyle>
            <a:lvl1pPr>
              <a:defRPr sz="1200">
                <a:solidFill>
                  <a:srgbClr val="3D3C3C"/>
                </a:solidFill>
              </a:defRPr>
            </a:lvl1pPr>
            <a:lvl2pPr>
              <a:defRPr sz="1200">
                <a:solidFill>
                  <a:srgbClr val="3D3C3C"/>
                </a:solidFill>
              </a:defRPr>
            </a:lvl2pPr>
            <a:lvl3pPr marL="698500" indent="-171450">
              <a:defRPr lang="en-US" sz="1200" b="0" i="0" kern="1200" dirty="0">
                <a:solidFill>
                  <a:srgbClr val="3D3C3C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defRPr sz="1200">
                <a:solidFill>
                  <a:srgbClr val="3D3C3C"/>
                </a:solidFill>
              </a:defRPr>
            </a:lvl4pPr>
            <a:lvl5pPr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5" name="Text Placeholder 2">
            <a:extLst>
              <a:ext uri="{FF2B5EF4-FFF2-40B4-BE49-F238E27FC236}">
                <a16:creationId xmlns:a16="http://schemas.microsoft.com/office/drawing/2014/main" id="{4DF379A3-1D0F-1E45-8702-288974609B71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228600" y="4050515"/>
            <a:ext cx="2590800" cy="1386505"/>
          </a:xfrm>
        </p:spPr>
        <p:txBody>
          <a:bodyPr/>
          <a:lstStyle>
            <a:lvl1pPr>
              <a:defRPr sz="1200">
                <a:solidFill>
                  <a:srgbClr val="3D3C3C"/>
                </a:solidFill>
              </a:defRPr>
            </a:lvl1pPr>
            <a:lvl2pPr>
              <a:defRPr sz="1200">
                <a:solidFill>
                  <a:srgbClr val="3D3C3C"/>
                </a:solidFill>
              </a:defRPr>
            </a:lvl2pPr>
            <a:lvl3pPr marL="698500" indent="-171450">
              <a:defRPr lang="en-US" sz="1200" b="0" i="0" kern="1200" dirty="0">
                <a:solidFill>
                  <a:srgbClr val="3D3C3C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defRPr sz="1200">
                <a:solidFill>
                  <a:srgbClr val="3D3C3C"/>
                </a:solidFill>
              </a:defRPr>
            </a:lvl4pPr>
            <a:lvl5pPr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7" name="Text Placeholder 2">
            <a:extLst>
              <a:ext uri="{FF2B5EF4-FFF2-40B4-BE49-F238E27FC236}">
                <a16:creationId xmlns:a16="http://schemas.microsoft.com/office/drawing/2014/main" id="{9D971439-FB54-6C49-B07B-45920EDEFC8D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3287390" y="4050515"/>
            <a:ext cx="2590800" cy="1386505"/>
          </a:xfrm>
        </p:spPr>
        <p:txBody>
          <a:bodyPr/>
          <a:lstStyle>
            <a:lvl1pPr>
              <a:defRPr sz="1200">
                <a:solidFill>
                  <a:srgbClr val="3D3C3C"/>
                </a:solidFill>
              </a:defRPr>
            </a:lvl1pPr>
            <a:lvl2pPr>
              <a:defRPr sz="1200">
                <a:solidFill>
                  <a:srgbClr val="3D3C3C"/>
                </a:solidFill>
              </a:defRPr>
            </a:lvl2pPr>
            <a:lvl3pPr marL="698500" indent="-171450">
              <a:defRPr lang="en-US" sz="1200" b="0" i="0" kern="1200" dirty="0">
                <a:solidFill>
                  <a:srgbClr val="3D3C3C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defRPr sz="1200">
                <a:solidFill>
                  <a:srgbClr val="3D3C3C"/>
                </a:solidFill>
              </a:defRPr>
            </a:lvl4pPr>
            <a:lvl5pPr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2">
            <a:extLst>
              <a:ext uri="{FF2B5EF4-FFF2-40B4-BE49-F238E27FC236}">
                <a16:creationId xmlns:a16="http://schemas.microsoft.com/office/drawing/2014/main" id="{8342C412-BD69-3649-A5ED-2A84EE7FAB31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6329995" y="4050515"/>
            <a:ext cx="2590800" cy="1386505"/>
          </a:xfrm>
        </p:spPr>
        <p:txBody>
          <a:bodyPr/>
          <a:lstStyle>
            <a:lvl1pPr>
              <a:defRPr sz="1200">
                <a:solidFill>
                  <a:srgbClr val="3D3C3C"/>
                </a:solidFill>
              </a:defRPr>
            </a:lvl1pPr>
            <a:lvl2pPr>
              <a:defRPr sz="1200">
                <a:solidFill>
                  <a:srgbClr val="3D3C3C"/>
                </a:solidFill>
              </a:defRPr>
            </a:lvl2pPr>
            <a:lvl3pPr marL="698500" indent="-171450">
              <a:defRPr lang="en-US" sz="1200" b="0" i="0" kern="1200" dirty="0">
                <a:solidFill>
                  <a:srgbClr val="3D3C3C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defRPr sz="1200">
                <a:solidFill>
                  <a:srgbClr val="3D3C3C"/>
                </a:solidFill>
              </a:defRPr>
            </a:lvl4pPr>
            <a:lvl5pPr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7" name="Text Placeholder 2">
            <a:extLst>
              <a:ext uri="{FF2B5EF4-FFF2-40B4-BE49-F238E27FC236}">
                <a16:creationId xmlns:a16="http://schemas.microsoft.com/office/drawing/2014/main" id="{A6C4C6A1-C28C-3C49-87BE-83DCC38A488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380692" y="4050515"/>
            <a:ext cx="2590800" cy="1386505"/>
          </a:xfrm>
        </p:spPr>
        <p:txBody>
          <a:bodyPr/>
          <a:lstStyle>
            <a:lvl1pPr>
              <a:defRPr sz="1200">
                <a:solidFill>
                  <a:srgbClr val="3D3C3C"/>
                </a:solidFill>
              </a:defRPr>
            </a:lvl1pPr>
            <a:lvl2pPr>
              <a:defRPr sz="1200">
                <a:solidFill>
                  <a:srgbClr val="3D3C3C"/>
                </a:solidFill>
              </a:defRPr>
            </a:lvl2pPr>
            <a:lvl3pPr marL="698500" indent="-171450">
              <a:defRPr lang="en-US" sz="1200" b="0" i="0" kern="1200" dirty="0">
                <a:solidFill>
                  <a:srgbClr val="3D3C3C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defRPr sz="1200">
                <a:solidFill>
                  <a:srgbClr val="3D3C3C"/>
                </a:solidFill>
              </a:defRPr>
            </a:lvl4pPr>
            <a:lvl5pPr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0165E73-1FF9-1042-6DE7-30EB48CDED5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0" y="6342513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615026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CCFAC936-D591-9543-BA96-1E3C3173F97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30598" y="1557103"/>
            <a:ext cx="3032115" cy="185678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 b="1" i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Subheading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6FEF210-22BD-C34B-8F6C-AE26E7B825A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613401" y="1542911"/>
            <a:ext cx="3049872" cy="207962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 b="1" i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Subheading</a:t>
            </a:r>
          </a:p>
        </p:txBody>
      </p:sp>
      <p:sp>
        <p:nvSpPr>
          <p:cNvPr id="28" name="Text Placeholder 13">
            <a:extLst>
              <a:ext uri="{FF2B5EF4-FFF2-40B4-BE49-F238E27FC236}">
                <a16:creationId xmlns:a16="http://schemas.microsoft.com/office/drawing/2014/main" id="{DF74593B-DD8B-A549-B7F6-CA6CE7B4CA8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530608" y="5015406"/>
            <a:ext cx="3033977" cy="207962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 b="1" i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Subheading</a:t>
            </a:r>
          </a:p>
        </p:txBody>
      </p:sp>
      <p:sp>
        <p:nvSpPr>
          <p:cNvPr id="40" name="Text Placeholder 13">
            <a:extLst>
              <a:ext uri="{FF2B5EF4-FFF2-40B4-BE49-F238E27FC236}">
                <a16:creationId xmlns:a16="http://schemas.microsoft.com/office/drawing/2014/main" id="{AC9B3920-F627-8D4A-8EC7-F7F15F5934F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530598" y="3274175"/>
            <a:ext cx="3032115" cy="185678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 b="1" i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Subheading</a:t>
            </a:r>
          </a:p>
        </p:txBody>
      </p:sp>
      <p:sp>
        <p:nvSpPr>
          <p:cNvPr id="42" name="Text Placeholder 13">
            <a:extLst>
              <a:ext uri="{FF2B5EF4-FFF2-40B4-BE49-F238E27FC236}">
                <a16:creationId xmlns:a16="http://schemas.microsoft.com/office/drawing/2014/main" id="{BDB30F7E-C25C-F643-8457-966A4E9EA43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613401" y="3259983"/>
            <a:ext cx="3049872" cy="207962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 b="1" i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Subheading</a:t>
            </a:r>
          </a:p>
        </p:txBody>
      </p:sp>
      <p:sp>
        <p:nvSpPr>
          <p:cNvPr id="46" name="Text Placeholder 13">
            <a:extLst>
              <a:ext uri="{FF2B5EF4-FFF2-40B4-BE49-F238E27FC236}">
                <a16:creationId xmlns:a16="http://schemas.microsoft.com/office/drawing/2014/main" id="{C34D65A6-934C-D74C-BB66-6AF877EEE449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7613401" y="5015406"/>
            <a:ext cx="3049872" cy="207962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 b="1" i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Subheading</a:t>
            </a:r>
          </a:p>
        </p:txBody>
      </p:sp>
      <p:sp>
        <p:nvSpPr>
          <p:cNvPr id="25" name="Slide Number Placeholder 5">
            <a:extLst>
              <a:ext uri="{FF2B5EF4-FFF2-40B4-BE49-F238E27FC236}">
                <a16:creationId xmlns:a16="http://schemas.microsoft.com/office/drawing/2014/main" id="{7DEA0471-411E-9E4D-9433-E993E317E8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</a:lstStyle>
          <a:p>
            <a:fld id="{BB55D76A-9B6E-CD41-ABBE-F6C938295BA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F5D09593-59D3-F446-AE5D-E987B7AF61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599" y="293125"/>
            <a:ext cx="4343165" cy="28107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0" i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heading here</a:t>
            </a:r>
          </a:p>
        </p:txBody>
      </p:sp>
      <p:sp>
        <p:nvSpPr>
          <p:cNvPr id="31" name="Text Placeholder 57">
            <a:extLst>
              <a:ext uri="{FF2B5EF4-FFF2-40B4-BE49-F238E27FC236}">
                <a16:creationId xmlns:a16="http://schemas.microsoft.com/office/drawing/2014/main" id="{4F529D1E-5228-F047-BF88-AAC5A30A8500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228600" y="712673"/>
            <a:ext cx="4343400" cy="3108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400" b="0" i="0" dirty="0" smtClean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Add subheading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8EB7D0-7AE4-AA48-93F7-193A1229D2F5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530598" y="1898033"/>
            <a:ext cx="3032115" cy="1131085"/>
          </a:xfrm>
        </p:spPr>
        <p:txBody>
          <a:bodyPr/>
          <a:lstStyle>
            <a:lvl1pPr>
              <a:defRPr sz="1200">
                <a:solidFill>
                  <a:srgbClr val="3D3C3C"/>
                </a:solidFill>
              </a:defRPr>
            </a:lvl1pPr>
            <a:lvl2pPr>
              <a:defRPr sz="1200">
                <a:solidFill>
                  <a:srgbClr val="3D3C3C"/>
                </a:solidFill>
              </a:defRPr>
            </a:lvl2pPr>
            <a:lvl3pPr marL="690563" indent="-163513">
              <a:buFont typeface="Courier New" panose="02070309020205020404" pitchFamily="49" charset="0"/>
              <a:buChar char="o"/>
              <a:tabLst/>
              <a:defRPr sz="1200">
                <a:solidFill>
                  <a:srgbClr val="3D3C3C"/>
                </a:solidFill>
              </a:defRPr>
            </a:lvl3pPr>
            <a:lvl4pPr>
              <a:defRPr sz="1200">
                <a:solidFill>
                  <a:srgbClr val="3D3C3C"/>
                </a:solidFill>
              </a:defRPr>
            </a:lvl4pPr>
            <a:lvl5pPr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2">
            <a:extLst>
              <a:ext uri="{FF2B5EF4-FFF2-40B4-BE49-F238E27FC236}">
                <a16:creationId xmlns:a16="http://schemas.microsoft.com/office/drawing/2014/main" id="{8BCB215A-5B20-0743-94E0-557154D24C87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613401" y="1898033"/>
            <a:ext cx="3048000" cy="1131085"/>
          </a:xfrm>
        </p:spPr>
        <p:txBody>
          <a:bodyPr/>
          <a:lstStyle>
            <a:lvl1pPr>
              <a:defRPr sz="1200">
                <a:solidFill>
                  <a:srgbClr val="3D3C3C"/>
                </a:solidFill>
              </a:defRPr>
            </a:lvl1pPr>
            <a:lvl2pPr>
              <a:defRPr sz="1200">
                <a:solidFill>
                  <a:srgbClr val="3D3C3C"/>
                </a:solidFill>
              </a:defRPr>
            </a:lvl2pPr>
            <a:lvl3pPr marL="698500" indent="-171450">
              <a:defRPr lang="en-US" sz="1200" b="0" i="0" kern="1200" dirty="0" smtClean="0">
                <a:solidFill>
                  <a:srgbClr val="3D3C3C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defRPr sz="1200">
                <a:solidFill>
                  <a:srgbClr val="3D3C3C"/>
                </a:solidFill>
              </a:defRPr>
            </a:lvl4pPr>
            <a:lvl5pPr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A6D80D71-9424-2F44-B162-5999A7873AA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530598" y="5370528"/>
            <a:ext cx="3032115" cy="1154224"/>
          </a:xfrm>
        </p:spPr>
        <p:txBody>
          <a:bodyPr/>
          <a:lstStyle>
            <a:lvl1pPr>
              <a:defRPr sz="1200">
                <a:solidFill>
                  <a:srgbClr val="3D3C3C"/>
                </a:solidFill>
              </a:defRPr>
            </a:lvl1pPr>
            <a:lvl2pPr>
              <a:defRPr sz="1200">
                <a:solidFill>
                  <a:srgbClr val="3D3C3C"/>
                </a:solidFill>
              </a:defRPr>
            </a:lvl2pPr>
            <a:lvl3pPr marL="698500" indent="-171450">
              <a:defRPr lang="en-US" sz="1200" b="0" i="0" kern="1200" dirty="0">
                <a:solidFill>
                  <a:srgbClr val="3D3C3C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defRPr sz="1200">
                <a:solidFill>
                  <a:srgbClr val="3D3C3C"/>
                </a:solidFill>
              </a:defRPr>
            </a:lvl4pPr>
            <a:lvl5pPr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5" name="Text Placeholder 2">
            <a:extLst>
              <a:ext uri="{FF2B5EF4-FFF2-40B4-BE49-F238E27FC236}">
                <a16:creationId xmlns:a16="http://schemas.microsoft.com/office/drawing/2014/main" id="{4DF379A3-1D0F-1E45-8702-288974609B71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530598" y="3605453"/>
            <a:ext cx="3032115" cy="1131085"/>
          </a:xfrm>
        </p:spPr>
        <p:txBody>
          <a:bodyPr/>
          <a:lstStyle>
            <a:lvl1pPr>
              <a:defRPr sz="1200">
                <a:solidFill>
                  <a:srgbClr val="3D3C3C"/>
                </a:solidFill>
              </a:defRPr>
            </a:lvl1pPr>
            <a:lvl2pPr>
              <a:defRPr sz="1200">
                <a:solidFill>
                  <a:srgbClr val="3D3C3C"/>
                </a:solidFill>
              </a:defRPr>
            </a:lvl2pPr>
            <a:lvl3pPr marL="698500" indent="-171450">
              <a:defRPr lang="en-US" sz="1200" b="0" i="0" kern="1200" dirty="0">
                <a:solidFill>
                  <a:srgbClr val="3D3C3C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defRPr sz="1200">
                <a:solidFill>
                  <a:srgbClr val="3D3C3C"/>
                </a:solidFill>
              </a:defRPr>
            </a:lvl4pPr>
            <a:lvl5pPr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7" name="Text Placeholder 2">
            <a:extLst>
              <a:ext uri="{FF2B5EF4-FFF2-40B4-BE49-F238E27FC236}">
                <a16:creationId xmlns:a16="http://schemas.microsoft.com/office/drawing/2014/main" id="{9D971439-FB54-6C49-B07B-45920EDEFC8D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613401" y="3605453"/>
            <a:ext cx="3048000" cy="1131085"/>
          </a:xfrm>
        </p:spPr>
        <p:txBody>
          <a:bodyPr/>
          <a:lstStyle>
            <a:lvl1pPr>
              <a:defRPr sz="1200">
                <a:solidFill>
                  <a:srgbClr val="3D3C3C"/>
                </a:solidFill>
              </a:defRPr>
            </a:lvl1pPr>
            <a:lvl2pPr>
              <a:defRPr sz="1200">
                <a:solidFill>
                  <a:srgbClr val="3D3C3C"/>
                </a:solidFill>
              </a:defRPr>
            </a:lvl2pPr>
            <a:lvl3pPr marL="698500" indent="-171450">
              <a:defRPr lang="en-US" sz="1200" b="0" i="0" kern="1200" dirty="0">
                <a:solidFill>
                  <a:srgbClr val="3D3C3C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defRPr sz="1200">
                <a:solidFill>
                  <a:srgbClr val="3D3C3C"/>
                </a:solidFill>
              </a:defRPr>
            </a:lvl4pPr>
            <a:lvl5pPr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2">
            <a:extLst>
              <a:ext uri="{FF2B5EF4-FFF2-40B4-BE49-F238E27FC236}">
                <a16:creationId xmlns:a16="http://schemas.microsoft.com/office/drawing/2014/main" id="{8342C412-BD69-3649-A5ED-2A84EE7FAB31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7613401" y="5360876"/>
            <a:ext cx="3048000" cy="1154224"/>
          </a:xfrm>
        </p:spPr>
        <p:txBody>
          <a:bodyPr/>
          <a:lstStyle>
            <a:lvl1pPr>
              <a:defRPr sz="1200">
                <a:solidFill>
                  <a:srgbClr val="3D3C3C"/>
                </a:solidFill>
              </a:defRPr>
            </a:lvl1pPr>
            <a:lvl2pPr>
              <a:defRPr sz="1200">
                <a:solidFill>
                  <a:srgbClr val="3D3C3C"/>
                </a:solidFill>
              </a:defRPr>
            </a:lvl2pPr>
            <a:lvl3pPr marL="698500" indent="-171450">
              <a:defRPr lang="en-US" sz="1200" b="0" i="0" kern="1200" dirty="0">
                <a:solidFill>
                  <a:srgbClr val="3D3C3C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defRPr sz="1200">
                <a:solidFill>
                  <a:srgbClr val="3D3C3C"/>
                </a:solidFill>
              </a:defRPr>
            </a:lvl4pPr>
            <a:lvl5pPr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Text Placeholder 13">
            <a:extLst>
              <a:ext uri="{FF2B5EF4-FFF2-40B4-BE49-F238E27FC236}">
                <a16:creationId xmlns:a16="http://schemas.microsoft.com/office/drawing/2014/main" id="{0038B1A7-E95E-3C4D-8B65-1DC93655092F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63349" y="1530058"/>
            <a:ext cx="670445" cy="44163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sz="3600" b="1" i="0">
                <a:ln>
                  <a:solidFill>
                    <a:schemeClr val="accent1"/>
                  </a:solidFill>
                </a:ln>
                <a:noFill/>
                <a:latin typeface="TWK Everett" panose="020B0204000000000000" pitchFamily="34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23" name="Text Placeholder 13">
            <a:extLst>
              <a:ext uri="{FF2B5EF4-FFF2-40B4-BE49-F238E27FC236}">
                <a16:creationId xmlns:a16="http://schemas.microsoft.com/office/drawing/2014/main" id="{D7FBA33F-457B-9A44-B7DB-E88B05396B3D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3349" y="3261753"/>
            <a:ext cx="670445" cy="44163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sz="3600" b="1" i="0">
                <a:ln>
                  <a:solidFill>
                    <a:schemeClr val="accent1"/>
                  </a:solidFill>
                </a:ln>
                <a:noFill/>
                <a:latin typeface="TWK Everett" panose="020B0204000000000000" pitchFamily="34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24" name="Text Placeholder 13">
            <a:extLst>
              <a:ext uri="{FF2B5EF4-FFF2-40B4-BE49-F238E27FC236}">
                <a16:creationId xmlns:a16="http://schemas.microsoft.com/office/drawing/2014/main" id="{3EACCA0E-54DF-5545-8611-264EC0B9B273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763349" y="5001541"/>
            <a:ext cx="670445" cy="44163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sz="3600" b="1" i="0">
                <a:ln>
                  <a:solidFill>
                    <a:schemeClr val="accent1"/>
                  </a:solidFill>
                </a:ln>
                <a:noFill/>
                <a:latin typeface="TWK Everett" panose="020B0204000000000000" pitchFamily="34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27" name="Text Placeholder 13">
            <a:extLst>
              <a:ext uri="{FF2B5EF4-FFF2-40B4-BE49-F238E27FC236}">
                <a16:creationId xmlns:a16="http://schemas.microsoft.com/office/drawing/2014/main" id="{4DB0FA13-C54A-684F-944E-EAE89AF8521F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6856651" y="1530058"/>
            <a:ext cx="670445" cy="44163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sz="3600" b="1" i="0">
                <a:ln>
                  <a:solidFill>
                    <a:schemeClr val="accent1"/>
                  </a:solidFill>
                </a:ln>
                <a:noFill/>
                <a:latin typeface="TWK Everett" panose="020B0204000000000000" pitchFamily="34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29" name="Text Placeholder 13">
            <a:extLst>
              <a:ext uri="{FF2B5EF4-FFF2-40B4-BE49-F238E27FC236}">
                <a16:creationId xmlns:a16="http://schemas.microsoft.com/office/drawing/2014/main" id="{2A9471F6-7209-B74C-93EE-ADE8EE5C3E2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856651" y="3261753"/>
            <a:ext cx="670445" cy="44163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sz="3600" b="1" i="0">
                <a:ln>
                  <a:solidFill>
                    <a:schemeClr val="accent1"/>
                  </a:solidFill>
                </a:ln>
                <a:noFill/>
                <a:latin typeface="TWK Everett" panose="020B0204000000000000" pitchFamily="34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36" name="Text Placeholder 13">
            <a:extLst>
              <a:ext uri="{FF2B5EF4-FFF2-40B4-BE49-F238E27FC236}">
                <a16:creationId xmlns:a16="http://schemas.microsoft.com/office/drawing/2014/main" id="{D290A8D4-25E0-2A4A-A5BB-4F9AC29D1ECE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856651" y="5001541"/>
            <a:ext cx="670445" cy="44163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sz="3600" b="1" i="0">
                <a:ln>
                  <a:solidFill>
                    <a:schemeClr val="accent1"/>
                  </a:solidFill>
                </a:ln>
                <a:noFill/>
                <a:latin typeface="TWK Everett" panose="020B0204000000000000" pitchFamily="34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01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6C6DCCC-2A5B-22F8-0854-2D0E48D7E42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0" y="6342513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702081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 List Spring Green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D48C5E5-34ED-B246-8FE3-9A0EB5DFCD4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8600" y="1324207"/>
            <a:ext cx="5409901" cy="198390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3200" b="0" i="0">
                <a:solidFill>
                  <a:srgbClr val="042315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Add body text here–Lorem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endParaRPr lang="en-US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93EEF68C-1B1A-8646-8CCC-05086C1076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</a:lstStyle>
          <a:p>
            <a:fld id="{BB55D76A-9B6E-CD41-ABBE-F6C938295BA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BCCE7C15-0676-9343-AA28-66396C7379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599" y="294417"/>
            <a:ext cx="5404508" cy="28107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0" i="0">
                <a:solidFill>
                  <a:srgbClr val="042315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heading here</a:t>
            </a:r>
          </a:p>
        </p:txBody>
      </p:sp>
      <p:sp>
        <p:nvSpPr>
          <p:cNvPr id="15" name="Text Placeholder 57">
            <a:extLst>
              <a:ext uri="{FF2B5EF4-FFF2-40B4-BE49-F238E27FC236}">
                <a16:creationId xmlns:a16="http://schemas.microsoft.com/office/drawing/2014/main" id="{542C4BC2-AF38-2F4B-B584-42E2EC3A8BA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28600" y="712673"/>
            <a:ext cx="5404800" cy="3108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400" b="0" i="0" dirty="0" smtClean="0">
                <a:solidFill>
                  <a:srgbClr val="042315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Add subheading here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2BD0F517-AEAE-094F-9FEF-07077F56923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33993" y="3621085"/>
            <a:ext cx="5404508" cy="2398715"/>
          </a:xfrm>
        </p:spPr>
        <p:txBody>
          <a:bodyPr/>
          <a:lstStyle>
            <a:lvl1pPr>
              <a:defRPr sz="1600">
                <a:solidFill>
                  <a:srgbClr val="042315"/>
                </a:solidFill>
              </a:defRPr>
            </a:lvl1pPr>
            <a:lvl2pPr>
              <a:defRPr sz="1600">
                <a:solidFill>
                  <a:srgbClr val="042315"/>
                </a:solidFill>
              </a:defRPr>
            </a:lvl2pPr>
            <a:lvl3pPr marL="742950" indent="-228600">
              <a:buFont typeface="Courier New" panose="02070309020205020404" pitchFamily="49" charset="0"/>
              <a:buChar char="o"/>
              <a:tabLst/>
              <a:defRPr sz="1600">
                <a:solidFill>
                  <a:srgbClr val="042315"/>
                </a:solidFill>
              </a:defRPr>
            </a:lvl3pPr>
            <a:lvl4pPr>
              <a:defRPr sz="1600">
                <a:solidFill>
                  <a:srgbClr val="042315"/>
                </a:solidFill>
              </a:defRPr>
            </a:lvl4pPr>
            <a:lvl5pPr>
              <a:defRPr sz="1600">
                <a:solidFill>
                  <a:srgbClr val="042315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7E12E93-42FE-600C-3009-D7504C6A27A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1" y="6343599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8247899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Text Two 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C470976-FFAD-FF4D-88C0-372D1E35504C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506526"/>
            <a:ext cx="4563627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516F41D2-B2DC-6149-9C04-C0436A0B599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8600" y="1655115"/>
            <a:ext cx="5410200" cy="352648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3200" b="0" i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Add body text here–Lorem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0AAAA15-AAFD-3441-81B3-29C7FC7F81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</a:lstStyle>
          <a:p>
            <a:fld id="{BB55D76A-9B6E-CD41-ABBE-F6C938295BA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83E462E2-8F77-744A-9EA3-B06C21622F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599" y="293125"/>
            <a:ext cx="4343165" cy="28107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0" i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heading here</a:t>
            </a:r>
          </a:p>
        </p:txBody>
      </p:sp>
      <p:sp>
        <p:nvSpPr>
          <p:cNvPr id="18" name="Text Placeholder 57">
            <a:extLst>
              <a:ext uri="{FF2B5EF4-FFF2-40B4-BE49-F238E27FC236}">
                <a16:creationId xmlns:a16="http://schemas.microsoft.com/office/drawing/2014/main" id="{5CB77C58-1442-CD4F-B09A-E4C3C0A4BF3E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228600" y="712673"/>
            <a:ext cx="4343400" cy="3108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400" b="0" i="0" dirty="0" smtClean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Add subheading here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D0323FFB-0571-EE48-AB6D-FD97A544B1C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96000" y="1683598"/>
            <a:ext cx="5867400" cy="3498002"/>
          </a:xfrm>
        </p:spPr>
        <p:txBody>
          <a:bodyPr/>
          <a:lstStyle>
            <a:lvl1pPr>
              <a:defRPr sz="1600">
                <a:solidFill>
                  <a:srgbClr val="3D3C3C"/>
                </a:solidFill>
              </a:defRPr>
            </a:lvl1pPr>
            <a:lvl2pPr>
              <a:defRPr sz="1600">
                <a:solidFill>
                  <a:srgbClr val="3D3C3C"/>
                </a:solidFill>
              </a:defRPr>
            </a:lvl2pPr>
            <a:lvl3pPr marL="742950" indent="-228600">
              <a:buFont typeface="Courier New" panose="02070309020205020404" pitchFamily="49" charset="0"/>
              <a:buChar char="o"/>
              <a:tabLst/>
              <a:defRPr sz="1600">
                <a:solidFill>
                  <a:srgbClr val="3D3C3C"/>
                </a:solidFill>
              </a:defRPr>
            </a:lvl3pPr>
            <a:lvl4pPr>
              <a:defRPr sz="1600">
                <a:solidFill>
                  <a:srgbClr val="3D3C3C"/>
                </a:solidFill>
              </a:defRPr>
            </a:lvl4pPr>
            <a:lvl5pPr>
              <a:defRPr sz="16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98DB5FA-520B-76C3-F962-B67586118A5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0" y="6342513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0839228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 3 Imag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9BF4555-FDB8-1741-8569-DDC432C60ECC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228600" y="342900"/>
            <a:ext cx="5638800" cy="339090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PHOTO HERE</a:t>
            </a:r>
          </a:p>
        </p:txBody>
      </p:sp>
      <p:sp>
        <p:nvSpPr>
          <p:cNvPr id="44" name="Text Placeholder 4">
            <a:extLst>
              <a:ext uri="{FF2B5EF4-FFF2-40B4-BE49-F238E27FC236}">
                <a16:creationId xmlns:a16="http://schemas.microsoft.com/office/drawing/2014/main" id="{B809A16B-1C7C-2047-87C8-57441110C29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8600" y="4103402"/>
            <a:ext cx="5638800" cy="138299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3200" b="0" i="0">
                <a:solidFill>
                  <a:schemeClr val="accent1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Add body text here–Lorem ipsum dolor.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96910279-9442-8E4A-A6CD-DB04454EB188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6324600" y="342900"/>
            <a:ext cx="2590800" cy="339090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PHOTO HERE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F60A5AE-250D-4E49-B021-1C521BCDC5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</a:lstStyle>
          <a:p>
            <a:fld id="{BB55D76A-9B6E-CD41-ABBE-F6C938295BA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Picture Placeholder 3">
            <a:extLst>
              <a:ext uri="{FF2B5EF4-FFF2-40B4-BE49-F238E27FC236}">
                <a16:creationId xmlns:a16="http://schemas.microsoft.com/office/drawing/2014/main" id="{5B66687D-5BC4-3E4E-A68A-2BDE83E23A85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>
          <a:xfrm>
            <a:off x="9367205" y="342900"/>
            <a:ext cx="2590800" cy="339090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PHOTO HERE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B8521467-5A4D-DC4C-8410-4F4BA6EC8F21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6329995" y="4103402"/>
            <a:ext cx="2590800" cy="1386505"/>
          </a:xfrm>
        </p:spPr>
        <p:txBody>
          <a:bodyPr/>
          <a:lstStyle>
            <a:lvl1pPr>
              <a:defRPr sz="1200">
                <a:solidFill>
                  <a:srgbClr val="3D3C3C"/>
                </a:solidFill>
              </a:defRPr>
            </a:lvl1pPr>
            <a:lvl2pPr>
              <a:defRPr sz="1200">
                <a:solidFill>
                  <a:srgbClr val="3D3C3C"/>
                </a:solidFill>
              </a:defRPr>
            </a:lvl2pPr>
            <a:lvl3pPr marL="690563" indent="-163513">
              <a:buFont typeface="Courier New" panose="02070309020205020404" pitchFamily="49" charset="0"/>
              <a:buChar char="o"/>
              <a:tabLst/>
              <a:defRPr sz="1200">
                <a:solidFill>
                  <a:srgbClr val="3D3C3C"/>
                </a:solidFill>
              </a:defRPr>
            </a:lvl3pPr>
            <a:lvl4pPr>
              <a:defRPr sz="1200">
                <a:solidFill>
                  <a:srgbClr val="3D3C3C"/>
                </a:solidFill>
              </a:defRPr>
            </a:lvl4pPr>
            <a:lvl5pPr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8BCD9262-AFB5-7745-9C49-6EED75D3C688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380692" y="4103402"/>
            <a:ext cx="2590800" cy="1386505"/>
          </a:xfrm>
        </p:spPr>
        <p:txBody>
          <a:bodyPr/>
          <a:lstStyle>
            <a:lvl1pPr>
              <a:defRPr sz="1200">
                <a:solidFill>
                  <a:srgbClr val="3D3C3C"/>
                </a:solidFill>
              </a:defRPr>
            </a:lvl1pPr>
            <a:lvl2pPr>
              <a:defRPr sz="1200">
                <a:solidFill>
                  <a:srgbClr val="3D3C3C"/>
                </a:solidFill>
              </a:defRPr>
            </a:lvl2pPr>
            <a:lvl3pPr marL="698500" indent="-171450">
              <a:defRPr lang="en-US" sz="1200" b="0" i="0" kern="1200" dirty="0">
                <a:solidFill>
                  <a:srgbClr val="3D3C3C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defRPr sz="1200">
                <a:solidFill>
                  <a:srgbClr val="3D3C3C"/>
                </a:solidFill>
              </a:defRPr>
            </a:lvl4pPr>
            <a:lvl5pPr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9334840-2F42-35CA-6F2D-7165B8921A7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0" y="6342513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8828285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Righ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5">
            <a:extLst>
              <a:ext uri="{FF2B5EF4-FFF2-40B4-BE49-F238E27FC236}">
                <a16:creationId xmlns:a16="http://schemas.microsoft.com/office/drawing/2014/main" id="{A4E6BBF2-7781-E343-B49D-D33BA3D3968C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6096000" y="0"/>
            <a:ext cx="6098650" cy="6858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PHOTO HERE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9A3519CA-86F6-E148-960A-96BA7CBB56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</a:lstStyle>
          <a:p>
            <a:fld id="{BB55D76A-9B6E-CD41-ABBE-F6C938295BA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ABBF34B6-3693-EF41-9961-F50D8ABFD7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599" y="293125"/>
            <a:ext cx="4343165" cy="28107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0" i="0">
                <a:solidFill>
                  <a:schemeClr val="accent1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heading here</a:t>
            </a:r>
          </a:p>
        </p:txBody>
      </p:sp>
      <p:sp>
        <p:nvSpPr>
          <p:cNvPr id="18" name="Text Placeholder 57">
            <a:extLst>
              <a:ext uri="{FF2B5EF4-FFF2-40B4-BE49-F238E27FC236}">
                <a16:creationId xmlns:a16="http://schemas.microsoft.com/office/drawing/2014/main" id="{077D9E05-0750-E841-960C-4644D2EF082E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228600" y="712673"/>
            <a:ext cx="4343400" cy="3108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400" b="0" i="0" dirty="0" smtClean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Add subheading here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E77FBE84-FF3D-CA4E-A263-492C77082FE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28600" y="1522864"/>
            <a:ext cx="5638800" cy="3658735"/>
          </a:xfrm>
        </p:spPr>
        <p:txBody>
          <a:bodyPr/>
          <a:lstStyle>
            <a:lvl1pPr>
              <a:defRPr sz="1600">
                <a:solidFill>
                  <a:srgbClr val="3D3C3C"/>
                </a:solidFill>
              </a:defRPr>
            </a:lvl1pPr>
            <a:lvl2pPr>
              <a:defRPr sz="1600">
                <a:solidFill>
                  <a:srgbClr val="3D3C3C"/>
                </a:solidFill>
              </a:defRPr>
            </a:lvl2pPr>
            <a:lvl3pPr marL="754063" indent="-239713">
              <a:buFont typeface="Courier New" panose="02070309020205020404" pitchFamily="49" charset="0"/>
              <a:buChar char="o"/>
              <a:tabLst/>
              <a:defRPr sz="1600">
                <a:solidFill>
                  <a:srgbClr val="3D3C3C"/>
                </a:solidFill>
              </a:defRPr>
            </a:lvl3pPr>
            <a:lvl4pPr>
              <a:defRPr sz="1600">
                <a:solidFill>
                  <a:srgbClr val="3D3C3C"/>
                </a:solidFill>
              </a:defRPr>
            </a:lvl4pPr>
            <a:lvl5pPr>
              <a:defRPr sz="16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DE2AC77-1937-766D-306F-7FAEBCE325E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0" y="6342513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8235772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Column w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5">
            <a:extLst>
              <a:ext uri="{FF2B5EF4-FFF2-40B4-BE49-F238E27FC236}">
                <a16:creationId xmlns:a16="http://schemas.microsoft.com/office/drawing/2014/main" id="{A4E6BBF2-7781-E343-B49D-D33BA3D3968C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6096000" y="0"/>
            <a:ext cx="6098650" cy="6858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PHOTO HERE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9A3519CA-86F6-E148-960A-96BA7CBB56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</a:lstStyle>
          <a:p>
            <a:fld id="{BB55D76A-9B6E-CD41-ABBE-F6C938295BA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ABBF34B6-3693-EF41-9961-F50D8ABFD7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599" y="293125"/>
            <a:ext cx="4343165" cy="28107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0" i="0">
                <a:solidFill>
                  <a:schemeClr val="accent1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heading here</a:t>
            </a:r>
          </a:p>
        </p:txBody>
      </p:sp>
      <p:sp>
        <p:nvSpPr>
          <p:cNvPr id="18" name="Text Placeholder 57">
            <a:extLst>
              <a:ext uri="{FF2B5EF4-FFF2-40B4-BE49-F238E27FC236}">
                <a16:creationId xmlns:a16="http://schemas.microsoft.com/office/drawing/2014/main" id="{077D9E05-0750-E841-960C-4644D2EF082E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228600" y="712673"/>
            <a:ext cx="4343400" cy="3108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400" b="0" i="0" dirty="0" smtClean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Add subheading here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E77FBE84-FF3D-CA4E-A263-492C77082FE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28600" y="1522864"/>
            <a:ext cx="2590800" cy="3658735"/>
          </a:xfrm>
        </p:spPr>
        <p:txBody>
          <a:bodyPr/>
          <a:lstStyle>
            <a:lvl1pPr>
              <a:defRPr sz="1600">
                <a:solidFill>
                  <a:srgbClr val="3D3C3C"/>
                </a:solidFill>
              </a:defRPr>
            </a:lvl1pPr>
            <a:lvl2pPr>
              <a:defRPr sz="1600">
                <a:solidFill>
                  <a:srgbClr val="3D3C3C"/>
                </a:solidFill>
              </a:defRPr>
            </a:lvl2pPr>
            <a:lvl3pPr marL="754063" indent="-239713">
              <a:buFont typeface="Courier New" panose="02070309020205020404" pitchFamily="49" charset="0"/>
              <a:buChar char="o"/>
              <a:tabLst/>
              <a:defRPr sz="1600">
                <a:solidFill>
                  <a:srgbClr val="3D3C3C"/>
                </a:solidFill>
              </a:defRPr>
            </a:lvl3pPr>
            <a:lvl4pPr>
              <a:defRPr sz="1600">
                <a:solidFill>
                  <a:srgbClr val="3D3C3C"/>
                </a:solidFill>
              </a:defRPr>
            </a:lvl4pPr>
            <a:lvl5pPr>
              <a:defRPr sz="16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65B3D50F-8A60-FE4D-B79F-87494D7256E3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76600" y="1522864"/>
            <a:ext cx="2590800" cy="3658735"/>
          </a:xfrm>
        </p:spPr>
        <p:txBody>
          <a:bodyPr/>
          <a:lstStyle>
            <a:lvl1pPr>
              <a:defRPr sz="1600">
                <a:solidFill>
                  <a:srgbClr val="3D3C3C"/>
                </a:solidFill>
              </a:defRPr>
            </a:lvl1pPr>
            <a:lvl2pPr>
              <a:defRPr sz="1600">
                <a:solidFill>
                  <a:srgbClr val="3D3C3C"/>
                </a:solidFill>
              </a:defRPr>
            </a:lvl2pPr>
            <a:lvl3pPr marL="754063" indent="-239713">
              <a:buFont typeface="Courier New" panose="02070309020205020404" pitchFamily="49" charset="0"/>
              <a:buChar char="o"/>
              <a:tabLst/>
              <a:defRPr sz="1600">
                <a:solidFill>
                  <a:srgbClr val="3D3C3C"/>
                </a:solidFill>
              </a:defRPr>
            </a:lvl3pPr>
            <a:lvl4pPr>
              <a:defRPr sz="1600">
                <a:solidFill>
                  <a:srgbClr val="3D3C3C"/>
                </a:solidFill>
              </a:defRPr>
            </a:lvl4pPr>
            <a:lvl5pPr>
              <a:defRPr sz="16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1A814B9-7AA2-B5BB-EF3C-FD87BDB31B7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0" y="6342513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527012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 5/8 Image on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2257A07E-BDA3-564B-83D2-65A079B34E0F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4572000" y="0"/>
            <a:ext cx="7620001" cy="6858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PHOTO HERE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812B99E8-4214-D34A-9777-9881FE3AAF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</a:lstStyle>
          <a:p>
            <a:fld id="{BB55D76A-9B6E-CD41-ABBE-F6C938295BA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89C5ED5A-85E8-1949-97FD-5763222807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599" y="293125"/>
            <a:ext cx="4135057" cy="28107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0" i="0">
                <a:solidFill>
                  <a:schemeClr val="accent1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heading here</a:t>
            </a:r>
          </a:p>
        </p:txBody>
      </p:sp>
      <p:sp>
        <p:nvSpPr>
          <p:cNvPr id="17" name="Text Placeholder 57">
            <a:extLst>
              <a:ext uri="{FF2B5EF4-FFF2-40B4-BE49-F238E27FC236}">
                <a16:creationId xmlns:a16="http://schemas.microsoft.com/office/drawing/2014/main" id="{76AFAA7E-B539-7E4A-83D2-34621A7B4E0C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228600" y="712673"/>
            <a:ext cx="4135281" cy="3108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400" b="0" i="0" dirty="0" smtClean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Add subheading here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6BC99E50-AF54-4A43-BD6F-CE5EA52E5AB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28600" y="1527048"/>
            <a:ext cx="4135055" cy="4113767"/>
          </a:xfrm>
        </p:spPr>
        <p:txBody>
          <a:bodyPr/>
          <a:lstStyle>
            <a:lvl1pPr>
              <a:defRPr sz="1400">
                <a:solidFill>
                  <a:srgbClr val="3D3C3C"/>
                </a:solidFill>
              </a:defRPr>
            </a:lvl1pPr>
            <a:lvl2pPr>
              <a:defRPr sz="1400">
                <a:solidFill>
                  <a:srgbClr val="3D3C3C"/>
                </a:solidFill>
              </a:defRPr>
            </a:lvl2pPr>
            <a:lvl3pPr marL="754063" indent="-227013">
              <a:buFont typeface="Courier New" panose="02070309020205020404" pitchFamily="49" charset="0"/>
              <a:buChar char="o"/>
              <a:tabLst/>
              <a:defRPr sz="1400">
                <a:solidFill>
                  <a:srgbClr val="3D3C3C"/>
                </a:solidFill>
              </a:defRPr>
            </a:lvl3pPr>
            <a:lvl4pPr>
              <a:defRPr sz="1400">
                <a:solidFill>
                  <a:srgbClr val="3D3C3C"/>
                </a:solidFill>
              </a:defRPr>
            </a:lvl4pPr>
            <a:lvl5pPr>
              <a:defRPr sz="14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6E33CC6-9943-A301-7E6F-163CC5510AD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0" y="6342513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2011305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w 3 column content +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3C5F26F-AEEA-3841-81A4-64DE570D963D}"/>
              </a:ext>
            </a:extLst>
          </p:cNvPr>
          <p:cNvSpPr/>
          <p:nvPr userDrawn="1"/>
        </p:nvSpPr>
        <p:spPr>
          <a:xfrm>
            <a:off x="9149394" y="4267200"/>
            <a:ext cx="3042606" cy="2590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b="0" i="0">
              <a:latin typeface="TWK Everett" panose="020B0204000000000000" pitchFamily="34" charset="77"/>
            </a:endParaRP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7B054A2-1BCE-2E4A-A6D2-31CE0DBB283E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9149394" y="0"/>
            <a:ext cx="3042606" cy="42672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PHOTO HERE</a:t>
            </a:r>
            <a:endParaRPr lang="en-MX"/>
          </a:p>
        </p:txBody>
      </p:sp>
      <p:sp>
        <p:nvSpPr>
          <p:cNvPr id="44" name="Text Placeholder 4">
            <a:extLst>
              <a:ext uri="{FF2B5EF4-FFF2-40B4-BE49-F238E27FC236}">
                <a16:creationId xmlns:a16="http://schemas.microsoft.com/office/drawing/2014/main" id="{B809A16B-1C7C-2047-87C8-57441110C29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8600" y="247302"/>
            <a:ext cx="5508625" cy="125799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3200" b="0" i="0">
                <a:solidFill>
                  <a:schemeClr val="accent1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Add body text here–Lorem ipsum dolor.</a:t>
            </a:r>
          </a:p>
        </p:txBody>
      </p:sp>
      <p:pic>
        <p:nvPicPr>
          <p:cNvPr id="9" name="Picture 8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0F246527-7CA0-5B4D-86E9-3A271DD75E7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2558" y="6343600"/>
            <a:ext cx="730346" cy="232382"/>
          </a:xfrm>
          <a:prstGeom prst="rect">
            <a:avLst/>
          </a:prstGeom>
        </p:spPr>
      </p:pic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131CABF7-D828-314C-A892-4D805CF925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</a:lstStyle>
          <a:p>
            <a:fld id="{BB55D76A-9B6E-CD41-ABBE-F6C938295BA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FFD87D3C-216A-894E-A218-6C4DE93114D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28601" y="1527048"/>
            <a:ext cx="2590800" cy="3582536"/>
          </a:xfrm>
        </p:spPr>
        <p:txBody>
          <a:bodyPr/>
          <a:lstStyle>
            <a:lvl1pPr>
              <a:defRPr sz="1400">
                <a:solidFill>
                  <a:srgbClr val="3D3C3C"/>
                </a:solidFill>
              </a:defRPr>
            </a:lvl1pPr>
            <a:lvl2pPr>
              <a:defRPr sz="1400">
                <a:solidFill>
                  <a:srgbClr val="3D3C3C"/>
                </a:solidFill>
              </a:defRPr>
            </a:lvl2pPr>
            <a:lvl3pPr marL="690563" indent="-163513">
              <a:buFont typeface="Courier New" panose="02070309020205020404" pitchFamily="49" charset="0"/>
              <a:buChar char="o"/>
              <a:tabLst/>
              <a:defRPr sz="1400">
                <a:solidFill>
                  <a:srgbClr val="3D3C3C"/>
                </a:solidFill>
              </a:defRPr>
            </a:lvl3pPr>
            <a:lvl4pPr>
              <a:defRPr sz="1400">
                <a:solidFill>
                  <a:srgbClr val="3D3C3C"/>
                </a:solidFill>
              </a:defRPr>
            </a:lvl4pPr>
            <a:lvl5pPr>
              <a:defRPr sz="14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2B6635BF-3AE8-384B-B98F-BB5B2DD4AE8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3284304" y="1527048"/>
            <a:ext cx="2583096" cy="3582536"/>
          </a:xfrm>
        </p:spPr>
        <p:txBody>
          <a:bodyPr/>
          <a:lstStyle>
            <a:lvl1pPr>
              <a:defRPr sz="1400">
                <a:solidFill>
                  <a:srgbClr val="3D3C3C"/>
                </a:solidFill>
              </a:defRPr>
            </a:lvl1pPr>
            <a:lvl2pPr>
              <a:defRPr sz="1400">
                <a:solidFill>
                  <a:srgbClr val="3D3C3C"/>
                </a:solidFill>
              </a:defRPr>
            </a:lvl2pPr>
            <a:lvl3pPr marL="698500" indent="-171450">
              <a:defRPr lang="en-US" sz="1400" b="0" i="0" kern="1200" dirty="0">
                <a:solidFill>
                  <a:srgbClr val="3D3C3C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defRPr sz="1400">
                <a:solidFill>
                  <a:srgbClr val="3D3C3C"/>
                </a:solidFill>
              </a:defRPr>
            </a:lvl4pPr>
            <a:lvl5pPr>
              <a:defRPr sz="14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81A47BF4-9246-BB41-A64D-AD21AD38259C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6331527" y="1527048"/>
            <a:ext cx="2590800" cy="3582536"/>
          </a:xfrm>
        </p:spPr>
        <p:txBody>
          <a:bodyPr/>
          <a:lstStyle>
            <a:lvl1pPr>
              <a:defRPr sz="1400">
                <a:solidFill>
                  <a:srgbClr val="3D3C3C"/>
                </a:solidFill>
              </a:defRPr>
            </a:lvl1pPr>
            <a:lvl2pPr>
              <a:defRPr sz="1400">
                <a:solidFill>
                  <a:srgbClr val="3D3C3C"/>
                </a:solidFill>
              </a:defRPr>
            </a:lvl2pPr>
            <a:lvl3pPr marL="698500" indent="-171450">
              <a:defRPr lang="en-US" sz="1400" b="0" i="0" kern="1200" dirty="0">
                <a:solidFill>
                  <a:srgbClr val="3D3C3C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defRPr sz="1400">
                <a:solidFill>
                  <a:srgbClr val="3D3C3C"/>
                </a:solidFill>
              </a:defRPr>
            </a:lvl4pPr>
            <a:lvl5pPr>
              <a:defRPr sz="14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A5C07C5-BF6D-7D9D-F69D-0CBB0F04962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33400" y="6342513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6024436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Description w Icon Spring Gree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2B990099-A11A-7B43-8CA5-F3DF42BB6820}"/>
              </a:ext>
            </a:extLst>
          </p:cNvPr>
          <p:cNvSpPr/>
          <p:nvPr userDrawn="1"/>
        </p:nvSpPr>
        <p:spPr>
          <a:xfrm>
            <a:off x="0" y="1"/>
            <a:ext cx="6096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b="0" i="0">
              <a:latin typeface="TWK Everett" panose="020B0204000000000000" pitchFamily="34" charset="77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765B41-3ECC-AC41-8E76-B63961BC41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47024" y="1638801"/>
            <a:ext cx="4324740" cy="179541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3200" b="0" i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Add body text here </a:t>
            </a:r>
            <a:br>
              <a:rPr lang="en-US"/>
            </a:br>
            <a:r>
              <a:rPr lang="en-US"/>
              <a:t>as a caption.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31EE4CC-B4BD-B042-93C4-EF60CFEA1FE0}"/>
              </a:ext>
            </a:extLst>
          </p:cNvPr>
          <p:cNvCxnSpPr>
            <a:cxnSpLocks/>
          </p:cNvCxnSpPr>
          <p:nvPr userDrawn="1"/>
        </p:nvCxnSpPr>
        <p:spPr>
          <a:xfrm>
            <a:off x="238822" y="3777624"/>
            <a:ext cx="4176964" cy="0"/>
          </a:xfrm>
          <a:prstGeom prst="line">
            <a:avLst/>
          </a:prstGeom>
          <a:ln w="158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F71F9149-9238-0147-86CC-3A984442921F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6335392" y="2063469"/>
            <a:ext cx="1813288" cy="171772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b="0" i="0"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ICON HERE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8E89F605-86BE-3943-B6E4-9EEC3BFBC8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</a:lstStyle>
          <a:p>
            <a:fld id="{BB55D76A-9B6E-CD41-ABBE-F6C938295BA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0" name="Picture Placeholder 6">
            <a:extLst>
              <a:ext uri="{FF2B5EF4-FFF2-40B4-BE49-F238E27FC236}">
                <a16:creationId xmlns:a16="http://schemas.microsoft.com/office/drawing/2014/main" id="{5A1BCB11-7322-B848-A05D-16BBECC15890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9386089" y="2063469"/>
            <a:ext cx="1813288" cy="171772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b="0" i="0"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ICON HERE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41FD34FF-14FE-3B40-A89F-A89FAB709A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599" y="295815"/>
            <a:ext cx="5638801" cy="28107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0" i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heading here</a:t>
            </a:r>
          </a:p>
        </p:txBody>
      </p:sp>
      <p:sp>
        <p:nvSpPr>
          <p:cNvPr id="22" name="Text Placeholder 57">
            <a:extLst>
              <a:ext uri="{FF2B5EF4-FFF2-40B4-BE49-F238E27FC236}">
                <a16:creationId xmlns:a16="http://schemas.microsoft.com/office/drawing/2014/main" id="{A43DDA07-B043-994B-A28E-DD4DD9ADAB8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28600" y="714071"/>
            <a:ext cx="5639106" cy="3108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400" b="0" i="0" dirty="0" smtClean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Add subheading here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CAC9B620-1A35-0B42-8618-D60039FB16A2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228600" y="4072486"/>
            <a:ext cx="4343400" cy="1917457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 marL="800100" indent="-285750">
              <a:defRPr lang="en-US" sz="1600" b="0" i="0" kern="1200" dirty="0">
                <a:solidFill>
                  <a:srgbClr val="3D3C3C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754063" lvl="2" indent="-2397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CEE1C422-C24F-8742-9C36-1A90C06E649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29995" y="4072486"/>
            <a:ext cx="2590800" cy="1947314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 marL="800100" indent="-285750">
              <a:defRPr lang="en-US" sz="1600" b="0" i="0" kern="1200" dirty="0">
                <a:solidFill>
                  <a:srgbClr val="3D3C3C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754063" lvl="2" indent="-2397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0BBE1A8C-EED0-2D44-85EB-62036724B473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380692" y="4072486"/>
            <a:ext cx="2590800" cy="1947314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 marL="800100" indent="-285750">
              <a:defRPr lang="en-US" sz="1600" b="0" i="0" kern="1200" dirty="0">
                <a:solidFill>
                  <a:srgbClr val="3D3C3C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754063" lvl="2" indent="-2397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CC8D20D-0E6A-FF89-8A6C-5D699D43AF5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1" y="6343599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9047222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Sections Content Spring Green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13">
            <a:extLst>
              <a:ext uri="{FF2B5EF4-FFF2-40B4-BE49-F238E27FC236}">
                <a16:creationId xmlns:a16="http://schemas.microsoft.com/office/drawing/2014/main" id="{99586EBE-3DF0-4A48-9605-33B0222C81C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8601" y="3531004"/>
            <a:ext cx="4343163" cy="22535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1400" b="1" i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Subheading</a:t>
            </a:r>
          </a:p>
        </p:txBody>
      </p:sp>
      <p:sp>
        <p:nvSpPr>
          <p:cNvPr id="30" name="Text Placeholder 4">
            <a:extLst>
              <a:ext uri="{FF2B5EF4-FFF2-40B4-BE49-F238E27FC236}">
                <a16:creationId xmlns:a16="http://schemas.microsoft.com/office/drawing/2014/main" id="{3EB15DC8-43BC-BE49-B6EF-CCEAB5A7B9D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28600" y="3874293"/>
            <a:ext cx="4343163" cy="214550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3200" b="0" i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Add body text here–Lorem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10663F8-A1AE-2C4B-9A48-4DC0DDE9DDC1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MX" b="0" i="0">
              <a:latin typeface="TWK Everett" panose="020B0204000000000000" pitchFamily="34" charset="77"/>
            </a:endParaRP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2A3D4230-D22E-2F44-A0BD-23E52997784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8600" y="1326747"/>
            <a:ext cx="4343164" cy="198664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3200" b="0" i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Add body text here–Lorem ipsum dolor sit </a:t>
            </a:r>
            <a:r>
              <a:rPr lang="en-US" err="1"/>
              <a:t>amet</a:t>
            </a:r>
            <a:endParaRPr 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A1B9FD7A-B5E1-4141-8848-C6EABDA80C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</a:lstStyle>
          <a:p>
            <a:fld id="{BB55D76A-9B6E-CD41-ABBE-F6C938295BA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D19B553B-0E15-8547-8BE4-242A40F754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599" y="295815"/>
            <a:ext cx="5638801" cy="28107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0" i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heading here</a:t>
            </a:r>
          </a:p>
        </p:txBody>
      </p:sp>
      <p:sp>
        <p:nvSpPr>
          <p:cNvPr id="17" name="Text Placeholder 57">
            <a:extLst>
              <a:ext uri="{FF2B5EF4-FFF2-40B4-BE49-F238E27FC236}">
                <a16:creationId xmlns:a16="http://schemas.microsoft.com/office/drawing/2014/main" id="{D453A100-A460-8F49-926F-6E6645E187B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28600" y="714071"/>
            <a:ext cx="5639106" cy="3108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400" b="0" i="0" dirty="0" smtClean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Add subheading here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0E80175B-880D-EE4E-85E9-D291C5BA9AA5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29995" y="1521303"/>
            <a:ext cx="5641840" cy="4498497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 marL="800100" indent="-285750">
              <a:defRPr lang="en-US" sz="1600" b="0" i="0" kern="1200" dirty="0">
                <a:solidFill>
                  <a:srgbClr val="3D3C3C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754063" lvl="2" indent="-2397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72C34D7-4CB8-89E6-D9DC-B88E62A7139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1" y="6343599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6061198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 Quote and Sections Spring Gree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FAC584B-51AC-494E-8940-2F1049D5012F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MX" b="0" i="0">
              <a:latin typeface="TWK Everett" panose="020B0204000000000000" pitchFamily="34" charset="77"/>
            </a:endParaRP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DEB15A68-363E-E442-BC4A-CFBD8A5D587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6610" y="1327879"/>
            <a:ext cx="4345390" cy="210112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3200" b="0" i="0">
                <a:solidFill>
                  <a:srgbClr val="042315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Add body text here–Lorem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endParaRPr lang="en-US"/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672D6046-4BD5-8C4A-9B3B-5F06C6EF002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324600" y="1327879"/>
            <a:ext cx="5638800" cy="124150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3200" b="0" i="0">
                <a:solidFill>
                  <a:srgbClr val="042315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Add quote here–Lorem ipsum dolor sit </a:t>
            </a:r>
            <a:r>
              <a:rPr lang="en-US" err="1"/>
              <a:t>amet</a:t>
            </a:r>
            <a:endParaRPr lang="en-US"/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6F924156-E1B8-B14F-A963-69768B30CBE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28357" y="2781791"/>
            <a:ext cx="2598921" cy="36192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1" i="0">
                <a:solidFill>
                  <a:srgbClr val="042315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Section</a:t>
            </a:r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7C8248D5-28FE-934C-AB72-DC1094D972E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372600" y="2782669"/>
            <a:ext cx="2592789" cy="36192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1" i="0">
                <a:solidFill>
                  <a:srgbClr val="042315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Section</a:t>
            </a:r>
          </a:p>
        </p:txBody>
      </p:sp>
      <p:sp>
        <p:nvSpPr>
          <p:cNvPr id="36" name="Text Placeholder 4">
            <a:extLst>
              <a:ext uri="{FF2B5EF4-FFF2-40B4-BE49-F238E27FC236}">
                <a16:creationId xmlns:a16="http://schemas.microsoft.com/office/drawing/2014/main" id="{F95519BA-330B-9E41-B885-10800C63FF4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328357" y="4529819"/>
            <a:ext cx="2598921" cy="36192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1" i="0">
                <a:solidFill>
                  <a:srgbClr val="042315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Section</a:t>
            </a:r>
          </a:p>
        </p:txBody>
      </p:sp>
      <p:sp>
        <p:nvSpPr>
          <p:cNvPr id="37" name="Text Placeholder 4">
            <a:extLst>
              <a:ext uri="{FF2B5EF4-FFF2-40B4-BE49-F238E27FC236}">
                <a16:creationId xmlns:a16="http://schemas.microsoft.com/office/drawing/2014/main" id="{EB0895CA-2CD0-584E-B737-18E1D07B65C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372599" y="4529818"/>
            <a:ext cx="2592789" cy="36192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1" i="0">
                <a:solidFill>
                  <a:srgbClr val="042315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Section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3765CF9B-370B-9F4D-9F16-B74047BC07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</a:lstStyle>
          <a:p>
            <a:fld id="{BB55D76A-9B6E-CD41-ABBE-F6C938295BA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B9F8AB1-17E0-7745-B279-1FD45BB4478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324600" y="3111500"/>
            <a:ext cx="2601913" cy="990600"/>
          </a:xfrm>
        </p:spPr>
        <p:txBody>
          <a:bodyPr/>
          <a:lstStyle>
            <a:lvl1pPr>
              <a:defRPr sz="1200">
                <a:solidFill>
                  <a:srgbClr val="042315"/>
                </a:solidFill>
              </a:defRPr>
            </a:lvl1pPr>
            <a:lvl2pPr>
              <a:defRPr sz="1200">
                <a:solidFill>
                  <a:srgbClr val="042315"/>
                </a:solidFill>
              </a:defRPr>
            </a:lvl2pPr>
            <a:lvl3pPr marL="690563" indent="-163513">
              <a:buFont typeface="Courier New" panose="02070309020205020404" pitchFamily="49" charset="0"/>
              <a:buChar char="o"/>
              <a:tabLst/>
              <a:defRPr sz="1200">
                <a:solidFill>
                  <a:srgbClr val="042315"/>
                </a:solidFill>
              </a:defRPr>
            </a:lvl3pPr>
            <a:lvl4pPr>
              <a:defRPr sz="1200">
                <a:solidFill>
                  <a:srgbClr val="042315"/>
                </a:solidFill>
              </a:defRPr>
            </a:lvl4pPr>
            <a:lvl5pPr>
              <a:defRPr sz="1200">
                <a:solidFill>
                  <a:srgbClr val="042315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81926D91-B149-C449-A782-3F62F1F2267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375297" y="3111500"/>
            <a:ext cx="2601913" cy="990600"/>
          </a:xfrm>
        </p:spPr>
        <p:txBody>
          <a:bodyPr/>
          <a:lstStyle>
            <a:lvl1pPr>
              <a:defRPr sz="1200">
                <a:solidFill>
                  <a:srgbClr val="042315"/>
                </a:solidFill>
              </a:defRPr>
            </a:lvl1pPr>
            <a:lvl2pPr>
              <a:defRPr sz="1200">
                <a:solidFill>
                  <a:srgbClr val="042315"/>
                </a:solidFill>
              </a:defRPr>
            </a:lvl2pPr>
            <a:lvl3pPr marL="698500" indent="-171450">
              <a:defRPr lang="en-US" sz="1200" b="0" i="0" kern="1200" dirty="0">
                <a:solidFill>
                  <a:srgbClr val="042315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defRPr sz="1200">
                <a:solidFill>
                  <a:srgbClr val="042315"/>
                </a:solidFill>
              </a:defRPr>
            </a:lvl4pPr>
            <a:lvl5pPr>
              <a:defRPr sz="1200">
                <a:solidFill>
                  <a:srgbClr val="042315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6">
            <a:extLst>
              <a:ext uri="{FF2B5EF4-FFF2-40B4-BE49-F238E27FC236}">
                <a16:creationId xmlns:a16="http://schemas.microsoft.com/office/drawing/2014/main" id="{CE946066-00A4-E041-845C-485A22A5B1C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324600" y="4863426"/>
            <a:ext cx="2601913" cy="990600"/>
          </a:xfrm>
        </p:spPr>
        <p:txBody>
          <a:bodyPr/>
          <a:lstStyle>
            <a:lvl1pPr>
              <a:defRPr sz="1200">
                <a:solidFill>
                  <a:srgbClr val="042315"/>
                </a:solidFill>
              </a:defRPr>
            </a:lvl1pPr>
            <a:lvl2pPr>
              <a:defRPr sz="1200">
                <a:solidFill>
                  <a:srgbClr val="042315"/>
                </a:solidFill>
              </a:defRPr>
            </a:lvl2pPr>
            <a:lvl3pPr marL="698500" indent="-171450">
              <a:defRPr lang="en-US" sz="1200" b="0" i="0" kern="1200" dirty="0">
                <a:solidFill>
                  <a:srgbClr val="042315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defRPr sz="1200">
                <a:solidFill>
                  <a:srgbClr val="042315"/>
                </a:solidFill>
              </a:defRPr>
            </a:lvl4pPr>
            <a:lvl5pPr>
              <a:defRPr sz="1200">
                <a:solidFill>
                  <a:srgbClr val="042315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6">
            <a:extLst>
              <a:ext uri="{FF2B5EF4-FFF2-40B4-BE49-F238E27FC236}">
                <a16:creationId xmlns:a16="http://schemas.microsoft.com/office/drawing/2014/main" id="{4C6A6BF6-E451-BA41-A840-E12653E2083A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375297" y="4863426"/>
            <a:ext cx="2601913" cy="990600"/>
          </a:xfrm>
        </p:spPr>
        <p:txBody>
          <a:bodyPr/>
          <a:lstStyle>
            <a:lvl1pPr>
              <a:defRPr sz="1200">
                <a:solidFill>
                  <a:srgbClr val="042315"/>
                </a:solidFill>
              </a:defRPr>
            </a:lvl1pPr>
            <a:lvl2pPr>
              <a:defRPr sz="1200">
                <a:solidFill>
                  <a:srgbClr val="042315"/>
                </a:solidFill>
              </a:defRPr>
            </a:lvl2pPr>
            <a:lvl3pPr marL="698500" indent="-171450">
              <a:defRPr lang="en-US" sz="1200" b="0" i="0" kern="1200" dirty="0">
                <a:solidFill>
                  <a:srgbClr val="042315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defRPr sz="1200">
                <a:solidFill>
                  <a:srgbClr val="042315"/>
                </a:solidFill>
              </a:defRPr>
            </a:lvl4pPr>
            <a:lvl5pPr>
              <a:defRPr sz="1200">
                <a:solidFill>
                  <a:srgbClr val="042315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itle 1">
            <a:extLst>
              <a:ext uri="{FF2B5EF4-FFF2-40B4-BE49-F238E27FC236}">
                <a16:creationId xmlns:a16="http://schemas.microsoft.com/office/drawing/2014/main" id="{E94D75FA-3AE9-FC4C-A49E-066D99CE42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599" y="294477"/>
            <a:ext cx="5638801" cy="28107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0" i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heading here</a:t>
            </a:r>
          </a:p>
        </p:txBody>
      </p:sp>
      <p:sp>
        <p:nvSpPr>
          <p:cNvPr id="38" name="Text Placeholder 57">
            <a:extLst>
              <a:ext uri="{FF2B5EF4-FFF2-40B4-BE49-F238E27FC236}">
                <a16:creationId xmlns:a16="http://schemas.microsoft.com/office/drawing/2014/main" id="{A5BB4E20-DF6B-C747-B076-731C7445A345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228600" y="714025"/>
            <a:ext cx="5639106" cy="3108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400" b="0" i="0" dirty="0" smtClean="0">
                <a:solidFill>
                  <a:srgbClr val="042315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Add subheading here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D93E6FB-452B-269A-52A8-C6C2B2122C2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0" y="6342513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3308205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+ Description w Icon Spring Gree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2B990099-A11A-7B43-8CA5-F3DF42BB6820}"/>
              </a:ext>
            </a:extLst>
          </p:cNvPr>
          <p:cNvSpPr/>
          <p:nvPr userDrawn="1"/>
        </p:nvSpPr>
        <p:spPr>
          <a:xfrm>
            <a:off x="0" y="1"/>
            <a:ext cx="6096000" cy="6858000"/>
          </a:xfrm>
          <a:prstGeom prst="rect">
            <a:avLst/>
          </a:prstGeom>
          <a:solidFill>
            <a:srgbClr val="3D3C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b="0" i="0">
              <a:latin typeface="TWK Everett" panose="020B0204000000000000" pitchFamily="34" charset="77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765B41-3ECC-AC41-8E76-B63961BC41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47024" y="1638801"/>
            <a:ext cx="4324740" cy="179541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32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Add body text here </a:t>
            </a:r>
            <a:br>
              <a:rPr lang="en-US"/>
            </a:br>
            <a:r>
              <a:rPr lang="en-US"/>
              <a:t>as a caption.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31EE4CC-B4BD-B042-93C4-EF60CFEA1FE0}"/>
              </a:ext>
            </a:extLst>
          </p:cNvPr>
          <p:cNvCxnSpPr>
            <a:cxnSpLocks/>
          </p:cNvCxnSpPr>
          <p:nvPr userDrawn="1"/>
        </p:nvCxnSpPr>
        <p:spPr>
          <a:xfrm>
            <a:off x="238822" y="3777624"/>
            <a:ext cx="4176964" cy="0"/>
          </a:xfrm>
          <a:prstGeom prst="line">
            <a:avLst/>
          </a:prstGeom>
          <a:ln w="15875">
            <a:solidFill>
              <a:srgbClr val="FFFFF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F71F9149-9238-0147-86CC-3A984442921F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6335392" y="2063469"/>
            <a:ext cx="1813288" cy="171772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b="0" i="0"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ICON HERE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8E89F605-86BE-3943-B6E4-9EEC3BFBC8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</a:lstStyle>
          <a:p>
            <a:fld id="{BB55D76A-9B6E-CD41-ABBE-F6C938295BA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0" name="Picture Placeholder 6">
            <a:extLst>
              <a:ext uri="{FF2B5EF4-FFF2-40B4-BE49-F238E27FC236}">
                <a16:creationId xmlns:a16="http://schemas.microsoft.com/office/drawing/2014/main" id="{5A1BCB11-7322-B848-A05D-16BBECC15890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9386089" y="2063469"/>
            <a:ext cx="1813288" cy="171772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b="0" i="0"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ICON HERE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41FD34FF-14FE-3B40-A89F-A89FAB709A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599" y="295815"/>
            <a:ext cx="5638801" cy="28107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heading here</a:t>
            </a:r>
          </a:p>
        </p:txBody>
      </p:sp>
      <p:sp>
        <p:nvSpPr>
          <p:cNvPr id="22" name="Text Placeholder 57">
            <a:extLst>
              <a:ext uri="{FF2B5EF4-FFF2-40B4-BE49-F238E27FC236}">
                <a16:creationId xmlns:a16="http://schemas.microsoft.com/office/drawing/2014/main" id="{A43DDA07-B043-994B-A28E-DD4DD9ADAB8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28600" y="714071"/>
            <a:ext cx="5639106" cy="3108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400" b="0" i="0" dirty="0" smtClean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Add subheading here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CAC9B620-1A35-0B42-8618-D60039FB16A2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228600" y="4072486"/>
            <a:ext cx="4343400" cy="1917457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 marL="800100" indent="-285750">
              <a:defRPr lang="en-US" sz="1600" b="0" i="0" kern="1200" dirty="0">
                <a:solidFill>
                  <a:schemeClr val="bg1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754063" lvl="2" indent="-2397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CEE1C422-C24F-8742-9C36-1A90C06E649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29995" y="4072486"/>
            <a:ext cx="2590800" cy="1947314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 marL="800100" indent="-285750">
              <a:defRPr lang="en-US" sz="1600" b="0" i="0" kern="1200" dirty="0">
                <a:solidFill>
                  <a:srgbClr val="3D3C3C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754063" lvl="2" indent="-2397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0BBE1A8C-EED0-2D44-85EB-62036724B473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380692" y="4072486"/>
            <a:ext cx="2590800" cy="1947314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 marL="800100" indent="-285750">
              <a:defRPr lang="en-US" sz="1600" b="0" i="0" kern="1200" dirty="0">
                <a:solidFill>
                  <a:srgbClr val="3D3C3C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754063" lvl="2" indent="-2397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226900B-2378-1876-9B3E-58963FCC230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1" y="6344685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1008805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 Sections Content Spring Green">
    <p:bg>
      <p:bgPr>
        <a:solidFill>
          <a:srgbClr val="3D3C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13">
            <a:extLst>
              <a:ext uri="{FF2B5EF4-FFF2-40B4-BE49-F238E27FC236}">
                <a16:creationId xmlns:a16="http://schemas.microsoft.com/office/drawing/2014/main" id="{99586EBE-3DF0-4A48-9605-33B0222C81C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8601" y="3531004"/>
            <a:ext cx="4343163" cy="22535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1400" b="1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Subheading</a:t>
            </a:r>
          </a:p>
        </p:txBody>
      </p:sp>
      <p:sp>
        <p:nvSpPr>
          <p:cNvPr id="30" name="Text Placeholder 4">
            <a:extLst>
              <a:ext uri="{FF2B5EF4-FFF2-40B4-BE49-F238E27FC236}">
                <a16:creationId xmlns:a16="http://schemas.microsoft.com/office/drawing/2014/main" id="{3EB15DC8-43BC-BE49-B6EF-CCEAB5A7B9D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28600" y="3874293"/>
            <a:ext cx="4343163" cy="214550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32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Add body text here–Lorem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10663F8-A1AE-2C4B-9A48-4DC0DDE9DDC1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MX" b="0" i="0">
              <a:latin typeface="TWK Everett" panose="020B0204000000000000" pitchFamily="34" charset="77"/>
            </a:endParaRP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2A3D4230-D22E-2F44-A0BD-23E52997784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8600" y="1326747"/>
            <a:ext cx="4343164" cy="198664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32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Add body text here–Lorem ipsum dolor sit </a:t>
            </a:r>
            <a:r>
              <a:rPr lang="en-US" err="1"/>
              <a:t>amet</a:t>
            </a:r>
            <a:endParaRPr 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A1B9FD7A-B5E1-4141-8848-C6EABDA80C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</a:lstStyle>
          <a:p>
            <a:fld id="{BB55D76A-9B6E-CD41-ABBE-F6C938295BA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D19B553B-0E15-8547-8BE4-242A40F754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599" y="295815"/>
            <a:ext cx="5638801" cy="28107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heading here</a:t>
            </a:r>
          </a:p>
        </p:txBody>
      </p:sp>
      <p:sp>
        <p:nvSpPr>
          <p:cNvPr id="17" name="Text Placeholder 57">
            <a:extLst>
              <a:ext uri="{FF2B5EF4-FFF2-40B4-BE49-F238E27FC236}">
                <a16:creationId xmlns:a16="http://schemas.microsoft.com/office/drawing/2014/main" id="{D453A100-A460-8F49-926F-6E6645E187B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28600" y="714071"/>
            <a:ext cx="5639106" cy="3108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400" b="0" i="0" dirty="0" smtClean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Add subheading here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0E80175B-880D-EE4E-85E9-D291C5BA9AA5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29995" y="1521303"/>
            <a:ext cx="5641840" cy="4498497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 marL="800100" indent="-285750">
              <a:defRPr lang="en-US" sz="1600" b="0" i="0" kern="1200" dirty="0">
                <a:solidFill>
                  <a:srgbClr val="3D3C3C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754063" lvl="2" indent="-2397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9734C48-E6EA-30CE-1CF0-BB620219866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1" y="6344685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5080500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w Quote and Sections Spring Gree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FAC584B-51AC-494E-8940-2F1049D5012F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MX" b="0" i="0">
              <a:latin typeface="Arial" panose="020B0604020202020204" pitchFamily="34" charset="0"/>
            </a:endParaRP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DEB15A68-363E-E442-BC4A-CFBD8A5D587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6610" y="1327879"/>
            <a:ext cx="4345390" cy="210112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3200" b="0" i="0">
                <a:solidFill>
                  <a:srgbClr val="042315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Add body text here–Lorem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endParaRPr lang="en-US"/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672D6046-4BD5-8C4A-9B3B-5F06C6EF002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324600" y="1327879"/>
            <a:ext cx="5638800" cy="124150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32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Add quote here–Lorem ipsum dolor sit </a:t>
            </a:r>
            <a:r>
              <a:rPr lang="en-US" err="1"/>
              <a:t>amet</a:t>
            </a:r>
            <a:endParaRPr lang="en-US"/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6F924156-E1B8-B14F-A963-69768B30CBE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28357" y="2781791"/>
            <a:ext cx="2598921" cy="36192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1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Section</a:t>
            </a:r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7C8248D5-28FE-934C-AB72-DC1094D972E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372600" y="2782669"/>
            <a:ext cx="2592789" cy="36192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1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Section</a:t>
            </a:r>
          </a:p>
        </p:txBody>
      </p:sp>
      <p:sp>
        <p:nvSpPr>
          <p:cNvPr id="36" name="Text Placeholder 4">
            <a:extLst>
              <a:ext uri="{FF2B5EF4-FFF2-40B4-BE49-F238E27FC236}">
                <a16:creationId xmlns:a16="http://schemas.microsoft.com/office/drawing/2014/main" id="{F95519BA-330B-9E41-B885-10800C63FF4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328357" y="4529819"/>
            <a:ext cx="2598921" cy="36192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1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Section</a:t>
            </a:r>
          </a:p>
        </p:txBody>
      </p:sp>
      <p:sp>
        <p:nvSpPr>
          <p:cNvPr id="37" name="Text Placeholder 4">
            <a:extLst>
              <a:ext uri="{FF2B5EF4-FFF2-40B4-BE49-F238E27FC236}">
                <a16:creationId xmlns:a16="http://schemas.microsoft.com/office/drawing/2014/main" id="{EB0895CA-2CD0-584E-B737-18E1D07B65C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372599" y="4529818"/>
            <a:ext cx="2592789" cy="36192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1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Section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3765CF9B-370B-9F4D-9F16-B74047BC07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fld id="{BB55D76A-9B6E-CD41-ABBE-F6C938295BA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B9F8AB1-17E0-7745-B279-1FD45BB4478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324600" y="3111500"/>
            <a:ext cx="2601913" cy="990600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  <a:lvl2pPr>
              <a:defRPr sz="1200">
                <a:solidFill>
                  <a:schemeClr val="bg1"/>
                </a:solidFill>
              </a:defRPr>
            </a:lvl2pPr>
            <a:lvl3pPr marL="690563" indent="-163513">
              <a:buFont typeface="Courier New" panose="02070309020205020404" pitchFamily="49" charset="0"/>
              <a:buChar char="o"/>
              <a:tabLst/>
              <a:defRPr sz="12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81926D91-B149-C449-A782-3F62F1F2267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375297" y="3111500"/>
            <a:ext cx="2601913" cy="990600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  <a:lvl2pPr>
              <a:defRPr sz="1200">
                <a:solidFill>
                  <a:schemeClr val="bg1"/>
                </a:solidFill>
              </a:defRPr>
            </a:lvl2pPr>
            <a:lvl3pPr marL="698500" indent="-171450">
              <a:defRPr lang="en-US" sz="1200" b="0" i="0" kern="1200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6">
            <a:extLst>
              <a:ext uri="{FF2B5EF4-FFF2-40B4-BE49-F238E27FC236}">
                <a16:creationId xmlns:a16="http://schemas.microsoft.com/office/drawing/2014/main" id="{CE946066-00A4-E041-845C-485A22A5B1C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324600" y="4863426"/>
            <a:ext cx="2601913" cy="990600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  <a:lvl2pPr>
              <a:defRPr sz="1200">
                <a:solidFill>
                  <a:schemeClr val="bg1"/>
                </a:solidFill>
              </a:defRPr>
            </a:lvl2pPr>
            <a:lvl3pPr marL="698500" indent="-171450">
              <a:defRPr lang="en-US" sz="1200" b="0" i="0" kern="1200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6">
            <a:extLst>
              <a:ext uri="{FF2B5EF4-FFF2-40B4-BE49-F238E27FC236}">
                <a16:creationId xmlns:a16="http://schemas.microsoft.com/office/drawing/2014/main" id="{4C6A6BF6-E451-BA41-A840-E12653E2083A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375297" y="4863426"/>
            <a:ext cx="2601913" cy="990600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  <a:lvl2pPr>
              <a:defRPr sz="1200">
                <a:solidFill>
                  <a:schemeClr val="bg1"/>
                </a:solidFill>
              </a:defRPr>
            </a:lvl2pPr>
            <a:lvl3pPr marL="698500" indent="-171450">
              <a:defRPr lang="en-US" sz="1200" b="0" i="0" kern="1200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778AB207-C065-1044-8FC3-FC2B3B849B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599" y="266131"/>
            <a:ext cx="4343165" cy="28107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0" i="0">
                <a:solidFill>
                  <a:srgbClr val="FF462D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Add heading here</a:t>
            </a:r>
          </a:p>
        </p:txBody>
      </p:sp>
      <p:sp>
        <p:nvSpPr>
          <p:cNvPr id="22" name="Text Placeholder 57">
            <a:extLst>
              <a:ext uri="{FF2B5EF4-FFF2-40B4-BE49-F238E27FC236}">
                <a16:creationId xmlns:a16="http://schemas.microsoft.com/office/drawing/2014/main" id="{01F606AC-C408-FB45-A037-89CBCC5F5C8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28600" y="705999"/>
            <a:ext cx="4343400" cy="3108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400" b="0" i="0" dirty="0" smtClean="0">
                <a:solidFill>
                  <a:srgbClr val="3D3C3C"/>
                </a:solidFill>
                <a:latin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Add subheading here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7A7CF0E-1B8E-5582-3480-A7D31626685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0" y="6342513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0368368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35B7000-1525-9D40-B881-051F187F6406}"/>
              </a:ext>
            </a:extLst>
          </p:cNvPr>
          <p:cNvSpPr/>
          <p:nvPr userDrawn="1"/>
        </p:nvSpPr>
        <p:spPr>
          <a:xfrm>
            <a:off x="9143999" y="0"/>
            <a:ext cx="304800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MX" b="0" i="0">
              <a:latin typeface="TWK Everett" panose="020B0204000000000000" pitchFamily="34" charset="77"/>
            </a:endParaRPr>
          </a:p>
        </p:txBody>
      </p:sp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373A9760-9DB0-3E44-BA65-46626A8F904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8600" y="1534188"/>
            <a:ext cx="4114799" cy="32349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buFont typeface="Arial" panose="020B0604020202020204" pitchFamily="34" charset="0"/>
              <a:buNone/>
              <a:defRPr sz="1400" b="1" i="0" spc="0">
                <a:solidFill>
                  <a:schemeClr val="accent1"/>
                </a:solidFill>
                <a:latin typeface="TWK Everett" panose="020B0204000000000000" pitchFamily="34" charset="77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Subheading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7C910DDF-AB17-C149-9180-790A86F06A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</a:lstStyle>
          <a:p>
            <a:fld id="{BB55D76A-9B6E-CD41-ABBE-F6C938295BA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011CD3D8-86B6-9E42-A92C-E3853CE7DEB0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228600" y="1943101"/>
            <a:ext cx="4114800" cy="407670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 marL="800100" indent="-285750">
              <a:defRPr lang="en-US" sz="1600" b="0" i="0" kern="1200" dirty="0">
                <a:solidFill>
                  <a:srgbClr val="3D3C3C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754063" lvl="2" indent="-2397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5019070F-D07D-5A43-82D3-8B5D5C73380A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800600" y="1943101"/>
            <a:ext cx="4114800" cy="407670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 marL="800100" indent="-285750">
              <a:defRPr lang="en-US" sz="1600" b="0" i="0" kern="1200" dirty="0">
                <a:solidFill>
                  <a:srgbClr val="3D3C3C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754063" lvl="2" indent="-2397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AC7D98CE-AED7-0044-B0AC-A73C2D22EE37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9380692" y="1943101"/>
            <a:ext cx="2582708" cy="4076700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 marL="690563" indent="-163513">
              <a:buFont typeface="Courier New" panose="02070309020205020404" pitchFamily="49" charset="0"/>
              <a:buChar char="o"/>
              <a:tabLst/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9AA48CA4-03D3-41D1-985F-8A6131B22B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599" y="294477"/>
            <a:ext cx="8686801" cy="28107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0" i="0">
                <a:solidFill>
                  <a:schemeClr val="accent1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heading here</a:t>
            </a:r>
          </a:p>
        </p:txBody>
      </p:sp>
      <p:sp>
        <p:nvSpPr>
          <p:cNvPr id="13" name="Text Placeholder 57">
            <a:extLst>
              <a:ext uri="{FF2B5EF4-FFF2-40B4-BE49-F238E27FC236}">
                <a16:creationId xmlns:a16="http://schemas.microsoft.com/office/drawing/2014/main" id="{7661925A-A314-4EC5-8001-2296B870FFA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228599" y="714025"/>
            <a:ext cx="8686799" cy="3108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400" b="0" i="0" dirty="0" smtClean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Add subheading here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E4AB656-47BB-7294-3232-458F00F1B33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0" y="6342513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85503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24" userDrawn="1">
          <p15:clr>
            <a:srgbClr val="FBAE40"/>
          </p15:clr>
        </p15:guide>
        <p15:guide id="2" pos="2736" userDrawn="1">
          <p15:clr>
            <a:srgbClr val="FBAE40"/>
          </p15:clr>
        </p15:guide>
        <p15:guide id="3" orient="horz" pos="1224" userDrawn="1">
          <p15:clr>
            <a:srgbClr val="FBAE40"/>
          </p15:clr>
        </p15:guide>
        <p15:guide id="4" orient="horz" pos="936" userDrawn="1">
          <p15:clr>
            <a:srgbClr val="FBAE40"/>
          </p15:clr>
        </p15:guide>
      </p15:sldGuideLst>
    </p:ext>
  </p:extLs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7">
            <a:extLst>
              <a:ext uri="{FF2B5EF4-FFF2-40B4-BE49-F238E27FC236}">
                <a16:creationId xmlns:a16="http://schemas.microsoft.com/office/drawing/2014/main" id="{D533621A-3B50-3E49-95CE-6E76D524021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9144000" y="1"/>
            <a:ext cx="3048000" cy="3429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PHOTO HERE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35B7000-1525-9D40-B881-051F187F6406}"/>
              </a:ext>
            </a:extLst>
          </p:cNvPr>
          <p:cNvSpPr/>
          <p:nvPr userDrawn="1"/>
        </p:nvSpPr>
        <p:spPr>
          <a:xfrm>
            <a:off x="9143999" y="3429000"/>
            <a:ext cx="3048001" cy="3429000"/>
          </a:xfrm>
          <a:prstGeom prst="rect">
            <a:avLst/>
          </a:prstGeom>
          <a:solidFill>
            <a:srgbClr val="FF46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MX" b="0" i="0">
              <a:latin typeface="TWK Everett" panose="020B0204000000000000" pitchFamily="34" charset="77"/>
            </a:endParaRP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75BC7E2B-E8DF-C94A-9A1E-99A4EE5AF69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8600" y="1534188"/>
            <a:ext cx="4114799" cy="32349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buFont typeface="Arial" panose="020B0604020202020204" pitchFamily="34" charset="0"/>
              <a:buNone/>
              <a:defRPr sz="1400" b="1" i="0" spc="0">
                <a:solidFill>
                  <a:schemeClr val="accent1"/>
                </a:solidFill>
                <a:latin typeface="TWK Everett" panose="020B0204000000000000" pitchFamily="34" charset="77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Subheading</a:t>
            </a:r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EA35FC36-AD3B-B148-B5B0-DCBA6ADED4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</a:lstStyle>
          <a:p>
            <a:fld id="{BB55D76A-9B6E-CD41-ABBE-F6C938295BA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3367E2EE-40BC-864B-BC29-94AE865A63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599" y="294477"/>
            <a:ext cx="8686801" cy="28107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0" i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heading here</a:t>
            </a:r>
          </a:p>
        </p:txBody>
      </p:sp>
      <p:sp>
        <p:nvSpPr>
          <p:cNvPr id="22" name="Text Placeholder 57">
            <a:extLst>
              <a:ext uri="{FF2B5EF4-FFF2-40B4-BE49-F238E27FC236}">
                <a16:creationId xmlns:a16="http://schemas.microsoft.com/office/drawing/2014/main" id="{554CA73C-F0CA-3D41-9DD0-B5C1C818FFC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228600" y="714025"/>
            <a:ext cx="8687272" cy="3108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400" b="0" i="0" dirty="0" smtClean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Add subheading here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A060A8EF-09BD-DE42-8C97-9E987936F9F0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228600" y="1943101"/>
            <a:ext cx="4114800" cy="4076700"/>
          </a:xfrm>
        </p:spPr>
        <p:txBody>
          <a:bodyPr/>
          <a:lstStyle>
            <a:lvl1pPr>
              <a:defRPr sz="1600">
                <a:solidFill>
                  <a:srgbClr val="3D3C3C"/>
                </a:solidFill>
              </a:defRPr>
            </a:lvl1pPr>
            <a:lvl2pPr>
              <a:defRPr sz="1600">
                <a:solidFill>
                  <a:srgbClr val="3D3C3C"/>
                </a:solidFill>
              </a:defRPr>
            </a:lvl2pPr>
            <a:lvl3pPr marL="754063" indent="-239713">
              <a:buFont typeface="Courier New" panose="02070309020205020404" pitchFamily="49" charset="0"/>
              <a:buChar char="o"/>
              <a:tabLst/>
              <a:defRPr sz="1600">
                <a:solidFill>
                  <a:srgbClr val="3D3C3C"/>
                </a:solidFill>
              </a:defRPr>
            </a:lvl3pPr>
            <a:lvl4pPr>
              <a:defRPr sz="1600">
                <a:solidFill>
                  <a:srgbClr val="3D3C3C"/>
                </a:solidFill>
              </a:defRPr>
            </a:lvl4pPr>
            <a:lvl5pPr>
              <a:defRPr sz="16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1BEF47F6-FA94-AD4B-ACE1-9B449C9BF43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800600" y="1943101"/>
            <a:ext cx="4114800" cy="4076700"/>
          </a:xfrm>
        </p:spPr>
        <p:txBody>
          <a:bodyPr/>
          <a:lstStyle>
            <a:lvl1pPr>
              <a:defRPr sz="1600">
                <a:solidFill>
                  <a:srgbClr val="3D3C3C"/>
                </a:solidFill>
              </a:defRPr>
            </a:lvl1pPr>
            <a:lvl2pPr>
              <a:defRPr sz="1600">
                <a:solidFill>
                  <a:srgbClr val="3D3C3C"/>
                </a:solidFill>
              </a:defRPr>
            </a:lvl2pPr>
            <a:lvl3pPr marL="800100" indent="-285750">
              <a:defRPr lang="en-US" sz="1600" b="0" i="0" kern="1200" dirty="0">
                <a:solidFill>
                  <a:srgbClr val="3D3C3C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defRPr sz="1600">
                <a:solidFill>
                  <a:srgbClr val="3D3C3C"/>
                </a:solidFill>
              </a:defRPr>
            </a:lvl4pPr>
            <a:lvl5pPr>
              <a:defRPr sz="16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754063" lvl="2" indent="-2397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69604CB-A0CF-BD1D-E9EC-206CA3058F5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0" y="6342513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07701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24" userDrawn="1">
          <p15:clr>
            <a:srgbClr val="FBAE40"/>
          </p15:clr>
        </p15:guide>
        <p15:guide id="2" pos="2736" userDrawn="1">
          <p15:clr>
            <a:srgbClr val="FBAE40"/>
          </p15:clr>
        </p15:guide>
        <p15:guide id="3" orient="horz" pos="936" userDrawn="1">
          <p15:clr>
            <a:srgbClr val="FBAE40"/>
          </p15:clr>
        </p15:guide>
        <p15:guide id="4" orient="horz" pos="1224" userDrawn="1">
          <p15:clr>
            <a:srgbClr val="FBAE40"/>
          </p15:clr>
        </p15:guide>
      </p15:sldGuideLst>
    </p:ext>
  </p:extLs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lage Content +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B4B7933-C5EF-5346-A1EA-62BC3520BDE6}"/>
              </a:ext>
            </a:extLst>
          </p:cNvPr>
          <p:cNvSpPr/>
          <p:nvPr userDrawn="1"/>
        </p:nvSpPr>
        <p:spPr>
          <a:xfrm>
            <a:off x="0" y="0"/>
            <a:ext cx="3048000" cy="6879102"/>
          </a:xfrm>
          <a:prstGeom prst="rect">
            <a:avLst/>
          </a:prstGeom>
          <a:solidFill>
            <a:srgbClr val="F2F1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MX" b="0" i="0">
              <a:latin typeface="TWK Everett" panose="020B0204000000000000" pitchFamily="34" charset="77"/>
            </a:endParaRPr>
          </a:p>
        </p:txBody>
      </p:sp>
      <p:sp>
        <p:nvSpPr>
          <p:cNvPr id="20" name="Picture Placeholder 7">
            <a:extLst>
              <a:ext uri="{FF2B5EF4-FFF2-40B4-BE49-F238E27FC236}">
                <a16:creationId xmlns:a16="http://schemas.microsoft.com/office/drawing/2014/main" id="{EAA83C25-A7D5-C44E-BC03-EABD420FC337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3276599" y="342900"/>
            <a:ext cx="4225049" cy="19044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PHOTO HERE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45AED7C1-57C7-EB42-B60B-97603D0678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</a:lstStyle>
          <a:p>
            <a:fld id="{BB55D76A-9B6E-CD41-ABBE-F6C938295BA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A33EFBCC-431C-6443-AA33-6CFDC8F1C9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599" y="294477"/>
            <a:ext cx="2819401" cy="28107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0" i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heading here</a:t>
            </a:r>
          </a:p>
        </p:txBody>
      </p:sp>
      <p:sp>
        <p:nvSpPr>
          <p:cNvPr id="22" name="Text Placeholder 57">
            <a:extLst>
              <a:ext uri="{FF2B5EF4-FFF2-40B4-BE49-F238E27FC236}">
                <a16:creationId xmlns:a16="http://schemas.microsoft.com/office/drawing/2014/main" id="{05D81803-BCDE-3B4B-A55B-F229C7C660CF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228600" y="714025"/>
            <a:ext cx="2819400" cy="3108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400" b="0" i="0" dirty="0" smtClean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Add subheading here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F66EC57E-ED10-0940-9F4F-D9F535242F8F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228600" y="1568173"/>
            <a:ext cx="2590800" cy="3637703"/>
          </a:xfrm>
        </p:spPr>
        <p:txBody>
          <a:bodyPr/>
          <a:lstStyle>
            <a:lvl1pPr>
              <a:defRPr sz="1200">
                <a:solidFill>
                  <a:srgbClr val="3D3C3C"/>
                </a:solidFill>
              </a:defRPr>
            </a:lvl1pPr>
            <a:lvl2pPr>
              <a:defRPr sz="1200">
                <a:solidFill>
                  <a:srgbClr val="3D3C3C"/>
                </a:solidFill>
              </a:defRPr>
            </a:lvl2pPr>
            <a:lvl3pPr marL="690563" indent="-163513">
              <a:buFont typeface="Courier New" panose="02070309020205020404" pitchFamily="49" charset="0"/>
              <a:buChar char="o"/>
              <a:tabLst/>
              <a:defRPr sz="1200">
                <a:solidFill>
                  <a:srgbClr val="3D3C3C"/>
                </a:solidFill>
              </a:defRPr>
            </a:lvl3pPr>
            <a:lvl4pPr>
              <a:defRPr sz="1200">
                <a:solidFill>
                  <a:srgbClr val="3D3C3C"/>
                </a:solidFill>
              </a:defRPr>
            </a:lvl4pPr>
            <a:lvl5pPr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CDC05E58-74B0-0247-AC01-1C047754F4F9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7730246" y="347005"/>
            <a:ext cx="4241586" cy="1896191"/>
          </a:xfrm>
        </p:spPr>
        <p:txBody>
          <a:bodyPr anchor="ctr"/>
          <a:lstStyle>
            <a:lvl1pPr>
              <a:defRPr sz="1200">
                <a:solidFill>
                  <a:srgbClr val="3D3C3C"/>
                </a:solidFill>
              </a:defRPr>
            </a:lvl1pPr>
            <a:lvl2pPr>
              <a:defRPr sz="1200">
                <a:solidFill>
                  <a:srgbClr val="3D3C3C"/>
                </a:solidFill>
              </a:defRPr>
            </a:lvl2pPr>
            <a:lvl3pPr marL="698500" indent="-171450">
              <a:defRPr lang="en-US" sz="1200" b="0" i="0" kern="1200" dirty="0">
                <a:solidFill>
                  <a:srgbClr val="3D3C3C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defRPr sz="1200">
                <a:solidFill>
                  <a:srgbClr val="3D3C3C"/>
                </a:solidFill>
              </a:defRPr>
            </a:lvl4pPr>
            <a:lvl5pPr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Picture Placeholder 7">
            <a:extLst>
              <a:ext uri="{FF2B5EF4-FFF2-40B4-BE49-F238E27FC236}">
                <a16:creationId xmlns:a16="http://schemas.microsoft.com/office/drawing/2014/main" id="{0ABA2B2D-70FB-2747-9758-85261B5F9944}"/>
              </a:ext>
            </a:extLst>
          </p:cNvPr>
          <p:cNvSpPr>
            <a:spLocks noGrp="1"/>
          </p:cNvSpPr>
          <p:nvPr>
            <p:ph type="pic" sz="quarter" idx="51" hasCustomPrompt="1"/>
          </p:nvPr>
        </p:nvSpPr>
        <p:spPr>
          <a:xfrm>
            <a:off x="7730245" y="2479236"/>
            <a:ext cx="4241587" cy="189619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PHOTO HERE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82ACC1EC-9F0D-5943-8F6A-19905B790751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276599" y="2479236"/>
            <a:ext cx="4225045" cy="1896191"/>
          </a:xfrm>
        </p:spPr>
        <p:txBody>
          <a:bodyPr anchor="ctr"/>
          <a:lstStyle>
            <a:lvl1pPr>
              <a:defRPr sz="1200">
                <a:solidFill>
                  <a:srgbClr val="3D3C3C"/>
                </a:solidFill>
              </a:defRPr>
            </a:lvl1pPr>
            <a:lvl2pPr>
              <a:defRPr sz="1200">
                <a:solidFill>
                  <a:srgbClr val="3D3C3C"/>
                </a:solidFill>
              </a:defRPr>
            </a:lvl2pPr>
            <a:lvl3pPr marL="698500" indent="-171450">
              <a:defRPr lang="en-US" sz="1200" b="0" i="0" kern="1200" dirty="0">
                <a:solidFill>
                  <a:srgbClr val="3D3C3C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defRPr sz="1200">
                <a:solidFill>
                  <a:srgbClr val="3D3C3C"/>
                </a:solidFill>
              </a:defRPr>
            </a:lvl4pPr>
            <a:lvl5pPr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Picture Placeholder 7">
            <a:extLst>
              <a:ext uri="{FF2B5EF4-FFF2-40B4-BE49-F238E27FC236}">
                <a16:creationId xmlns:a16="http://schemas.microsoft.com/office/drawing/2014/main" id="{D5734C4E-11C3-B746-885D-E15253270F1A}"/>
              </a:ext>
            </a:extLst>
          </p:cNvPr>
          <p:cNvSpPr>
            <a:spLocks noGrp="1"/>
          </p:cNvSpPr>
          <p:nvPr>
            <p:ph type="pic" sz="quarter" idx="53" hasCustomPrompt="1"/>
          </p:nvPr>
        </p:nvSpPr>
        <p:spPr>
          <a:xfrm>
            <a:off x="3276600" y="4607363"/>
            <a:ext cx="4225044" cy="192041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PHOTO HERE</a:t>
            </a:r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DE17520F-6514-EF42-BCF3-3CAD8D25420D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7730243" y="4611468"/>
            <a:ext cx="4241589" cy="1912200"/>
          </a:xfrm>
        </p:spPr>
        <p:txBody>
          <a:bodyPr anchor="ctr"/>
          <a:lstStyle>
            <a:lvl1pPr>
              <a:defRPr sz="1200">
                <a:solidFill>
                  <a:srgbClr val="3D3C3C"/>
                </a:solidFill>
              </a:defRPr>
            </a:lvl1pPr>
            <a:lvl2pPr>
              <a:defRPr sz="1200">
                <a:solidFill>
                  <a:srgbClr val="3D3C3C"/>
                </a:solidFill>
              </a:defRPr>
            </a:lvl2pPr>
            <a:lvl3pPr marL="698500" indent="-171450">
              <a:defRPr lang="en-US" sz="1200" b="0" i="0" kern="1200" dirty="0">
                <a:solidFill>
                  <a:srgbClr val="3D3C3C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defRPr sz="1200">
                <a:solidFill>
                  <a:srgbClr val="3D3C3C"/>
                </a:solidFill>
              </a:defRPr>
            </a:lvl4pPr>
            <a:lvl5pPr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B3BEE50-5F44-B3D5-8C90-13FE2A32A29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0" y="6342513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91266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5ACBF0"/>
          </p15:clr>
        </p15:guide>
      </p15:sldGuideLst>
    </p:ext>
  </p:extLs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low chart">
    <p:bg>
      <p:bgPr>
        <a:solidFill>
          <a:srgbClr val="F2F1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9BF4555-FDB8-1741-8569-DDC432C60ECC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0" y="4914900"/>
            <a:ext cx="12192000" cy="1943100"/>
          </a:xfrm>
          <a:prstGeom prst="rect">
            <a:avLst/>
          </a:prstGeom>
          <a:solidFill>
            <a:srgbClr val="042315"/>
          </a:solidFill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PHOTO HERE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1DD7824-BD13-0D43-8CDD-B13D91F59EA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73080" y="1580875"/>
            <a:ext cx="2646319" cy="1256546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8000" b="0" i="0">
                <a:ln w="12700">
                  <a:solidFill>
                    <a:sysClr val="windowText" lastClr="000000"/>
                  </a:solidFill>
                </a:ln>
                <a:noFill/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53D07870-6C96-0749-B784-2EFB8AF86FC0}"/>
              </a:ext>
            </a:extLst>
          </p:cNvPr>
          <p:cNvSpPr>
            <a:spLocks noGrp="1"/>
          </p:cNvSpPr>
          <p:nvPr>
            <p:ph idx="41" hasCustomPrompt="1"/>
          </p:nvPr>
        </p:nvSpPr>
        <p:spPr>
          <a:xfrm>
            <a:off x="3222833" y="1580875"/>
            <a:ext cx="2636473" cy="1256546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8000" b="0" i="0">
                <a:ln w="12700">
                  <a:solidFill>
                    <a:sysClr val="windowText" lastClr="000000"/>
                  </a:solidFill>
                </a:ln>
                <a:noFill/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2A202486-4E9E-FA41-9537-4D521D495572}"/>
              </a:ext>
            </a:extLst>
          </p:cNvPr>
          <p:cNvSpPr>
            <a:spLocks noGrp="1"/>
          </p:cNvSpPr>
          <p:nvPr>
            <p:ph idx="43" hasCustomPrompt="1"/>
          </p:nvPr>
        </p:nvSpPr>
        <p:spPr>
          <a:xfrm>
            <a:off x="6277913" y="1580875"/>
            <a:ext cx="2629391" cy="1256546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8000" b="0" i="0">
                <a:ln w="12700">
                  <a:solidFill>
                    <a:sysClr val="windowText" lastClr="000000"/>
                  </a:solidFill>
                </a:ln>
                <a:noFill/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4D814DDA-CE33-D74D-8B34-C7E82FD5DB0F}"/>
              </a:ext>
            </a:extLst>
          </p:cNvPr>
          <p:cNvSpPr>
            <a:spLocks noGrp="1"/>
          </p:cNvSpPr>
          <p:nvPr>
            <p:ph idx="45" hasCustomPrompt="1"/>
          </p:nvPr>
        </p:nvSpPr>
        <p:spPr>
          <a:xfrm>
            <a:off x="9322100" y="1580875"/>
            <a:ext cx="2649392" cy="1256546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8000" b="0" i="0">
                <a:ln w="12700">
                  <a:solidFill>
                    <a:sysClr val="windowText" lastClr="000000"/>
                  </a:solidFill>
                </a:ln>
                <a:noFill/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7326253-BCC0-B54A-BB89-CEA446CC4AE5}"/>
              </a:ext>
            </a:extLst>
          </p:cNvPr>
          <p:cNvCxnSpPr>
            <a:cxnSpLocks/>
          </p:cNvCxnSpPr>
          <p:nvPr userDrawn="1"/>
        </p:nvCxnSpPr>
        <p:spPr>
          <a:xfrm>
            <a:off x="3048000" y="1710657"/>
            <a:ext cx="0" cy="2533798"/>
          </a:xfrm>
          <a:prstGeom prst="line">
            <a:avLst/>
          </a:prstGeom>
          <a:ln w="158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CDC22D75-6CA2-8C4F-8DBD-939B876FA9F4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710657"/>
            <a:ext cx="0" cy="2533798"/>
          </a:xfrm>
          <a:prstGeom prst="line">
            <a:avLst/>
          </a:prstGeom>
          <a:ln w="158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D625290A-61F5-A24D-930E-A6DEBD4074B2}"/>
              </a:ext>
            </a:extLst>
          </p:cNvPr>
          <p:cNvCxnSpPr>
            <a:cxnSpLocks/>
          </p:cNvCxnSpPr>
          <p:nvPr userDrawn="1"/>
        </p:nvCxnSpPr>
        <p:spPr>
          <a:xfrm>
            <a:off x="9144000" y="1710657"/>
            <a:ext cx="0" cy="2533798"/>
          </a:xfrm>
          <a:prstGeom prst="line">
            <a:avLst/>
          </a:prstGeom>
          <a:ln w="158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Slide Number Placeholder 5">
            <a:extLst>
              <a:ext uri="{FF2B5EF4-FFF2-40B4-BE49-F238E27FC236}">
                <a16:creationId xmlns:a16="http://schemas.microsoft.com/office/drawing/2014/main" id="{59E95EB3-CE74-1D47-8882-CECC764A6C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</a:lstStyle>
          <a:p>
            <a:fld id="{BB55D76A-9B6E-CD41-ABBE-F6C938295BA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F50FBBC0-187B-3045-B1FA-8D3B9FA412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599" y="294477"/>
            <a:ext cx="10439401" cy="28107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0" i="0">
                <a:solidFill>
                  <a:schemeClr val="accent1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heading here</a:t>
            </a:r>
          </a:p>
        </p:txBody>
      </p:sp>
      <p:sp>
        <p:nvSpPr>
          <p:cNvPr id="32" name="Text Placeholder 57">
            <a:extLst>
              <a:ext uri="{FF2B5EF4-FFF2-40B4-BE49-F238E27FC236}">
                <a16:creationId xmlns:a16="http://schemas.microsoft.com/office/drawing/2014/main" id="{081E1690-AC6B-5C4B-B272-1CB1DF1EF62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228600" y="714025"/>
            <a:ext cx="10439968" cy="3108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400" b="0" i="0" dirty="0" smtClean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Add subheading here</a:t>
            </a:r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3B6147C3-A7AC-C345-8158-DB04F8A9A3EF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28600" y="2924305"/>
            <a:ext cx="2590800" cy="1342895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 marL="690563" indent="-163513">
              <a:buFont typeface="Courier New" panose="02070309020205020404" pitchFamily="49" charset="0"/>
              <a:buChar char="o"/>
              <a:tabLst/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4" name="Text Placeholder 2">
            <a:extLst>
              <a:ext uri="{FF2B5EF4-FFF2-40B4-BE49-F238E27FC236}">
                <a16:creationId xmlns:a16="http://schemas.microsoft.com/office/drawing/2014/main" id="{BCA8F4E4-21FF-3647-91D3-D364BA34E178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3287390" y="2924305"/>
            <a:ext cx="2590800" cy="1342895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 marL="698500" indent="-171450">
              <a:defRPr lang="en-US" sz="1200" b="0" i="0" kern="1200" dirty="0">
                <a:solidFill>
                  <a:schemeClr val="tx2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5" name="Text Placeholder 2">
            <a:extLst>
              <a:ext uri="{FF2B5EF4-FFF2-40B4-BE49-F238E27FC236}">
                <a16:creationId xmlns:a16="http://schemas.microsoft.com/office/drawing/2014/main" id="{509D900E-8279-514E-85B7-1FE999893C68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29995" y="2924305"/>
            <a:ext cx="2590800" cy="1342895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 marL="698500" indent="-171450">
              <a:defRPr lang="en-US" sz="1200" b="0" i="0" kern="1200" dirty="0">
                <a:solidFill>
                  <a:schemeClr val="tx2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5983D252-EBCF-4044-AD35-ED92FC4A81D0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380692" y="2924305"/>
            <a:ext cx="2590800" cy="1342895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 marL="698500" indent="-171450">
              <a:defRPr lang="en-US" sz="1200" b="0" i="0" kern="1200" dirty="0">
                <a:solidFill>
                  <a:schemeClr val="tx2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9718DCB-A108-105D-C431-CEA8398A1FA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1" y="6344685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1340269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 4 Icon Layout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A9CF9618-9267-2348-BF4F-29AC15DD8C77}"/>
              </a:ext>
            </a:extLst>
          </p:cNvPr>
          <p:cNvSpPr/>
          <p:nvPr userDrawn="1"/>
        </p:nvSpPr>
        <p:spPr>
          <a:xfrm>
            <a:off x="0" y="0"/>
            <a:ext cx="3048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b="0" i="0">
              <a:latin typeface="TWK Everett" panose="020B0204000000000000" pitchFamily="34" charset="77"/>
            </a:endParaRPr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DB726F07-4F06-3D41-BCD9-7EF1FEC154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</a:lstStyle>
          <a:p>
            <a:fld id="{BB55D76A-9B6E-CD41-ABBE-F6C938295BA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45F3A209-F7B5-B342-A7C7-36235F4BE3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599" y="300387"/>
            <a:ext cx="2819401" cy="28107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heading here</a:t>
            </a:r>
          </a:p>
        </p:txBody>
      </p:sp>
      <p:sp>
        <p:nvSpPr>
          <p:cNvPr id="32" name="Text Placeholder 57">
            <a:extLst>
              <a:ext uri="{FF2B5EF4-FFF2-40B4-BE49-F238E27FC236}">
                <a16:creationId xmlns:a16="http://schemas.microsoft.com/office/drawing/2014/main" id="{4C045D8E-03A8-8849-A250-8432BCFB999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28600" y="718643"/>
            <a:ext cx="2819554" cy="3108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400" b="0" i="0" dirty="0" smtClean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Add subheading here</a:t>
            </a:r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D54D9701-B3F9-A644-8A44-320EA67A7F6A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228600" y="1568173"/>
            <a:ext cx="2590800" cy="3637703"/>
          </a:xfrm>
        </p:spPr>
        <p:txBody>
          <a:bodyPr/>
          <a:lstStyle>
            <a:lvl1pPr>
              <a:buClr>
                <a:schemeClr val="bg1"/>
              </a:buClr>
              <a:defRPr sz="1200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 sz="1200">
                <a:solidFill>
                  <a:schemeClr val="bg1"/>
                </a:solidFill>
              </a:defRPr>
            </a:lvl2pPr>
            <a:lvl3pPr marL="690563" indent="-163513">
              <a:buClr>
                <a:schemeClr val="bg1"/>
              </a:buClr>
              <a:buFont typeface="Courier New" panose="02070309020205020404" pitchFamily="49" charset="0"/>
              <a:buChar char="o"/>
              <a:tabLst/>
              <a:defRPr sz="120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12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5" name="Text Placeholder 2">
            <a:extLst>
              <a:ext uri="{FF2B5EF4-FFF2-40B4-BE49-F238E27FC236}">
                <a16:creationId xmlns:a16="http://schemas.microsoft.com/office/drawing/2014/main" id="{4F339EAA-15D9-414A-9F7F-D7E057F0679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580203" y="2566524"/>
            <a:ext cx="2540788" cy="838200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E082F470-458B-B34A-B8B9-B570D23EC1FE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7626854" y="2566524"/>
            <a:ext cx="2544834" cy="838200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7" name="Text Placeholder 2">
            <a:extLst>
              <a:ext uri="{FF2B5EF4-FFF2-40B4-BE49-F238E27FC236}">
                <a16:creationId xmlns:a16="http://schemas.microsoft.com/office/drawing/2014/main" id="{798D4E62-3DC9-7D44-AD7A-1781F255E6BE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4580203" y="5155975"/>
            <a:ext cx="2540788" cy="838200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2">
            <a:extLst>
              <a:ext uri="{FF2B5EF4-FFF2-40B4-BE49-F238E27FC236}">
                <a16:creationId xmlns:a16="http://schemas.microsoft.com/office/drawing/2014/main" id="{FB3EFCC4-5FC2-654B-981B-03BE481BAA92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626854" y="5155975"/>
            <a:ext cx="2544834" cy="838200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569D77-6DDD-D242-ADD5-95CE612F0128}"/>
              </a:ext>
            </a:extLst>
          </p:cNvPr>
          <p:cNvSpPr>
            <a:spLocks noGrp="1"/>
          </p:cNvSpPr>
          <p:nvPr>
            <p:ph sz="quarter" idx="54" hasCustomPrompt="1"/>
          </p:nvPr>
        </p:nvSpPr>
        <p:spPr>
          <a:xfrm>
            <a:off x="4572000" y="876300"/>
            <a:ext cx="1524000" cy="1536700"/>
          </a:xfrm>
        </p:spPr>
        <p:txBody>
          <a:bodyPr/>
          <a:lstStyle>
            <a:lvl1pPr marL="0" indent="0">
              <a:buNone/>
              <a:defRPr sz="2400">
                <a:ln>
                  <a:solidFill>
                    <a:schemeClr val="tx2"/>
                  </a:solidFill>
                </a:ln>
                <a:noFill/>
              </a:defRPr>
            </a:lvl1pPr>
          </a:lstStyle>
          <a:p>
            <a:pPr lvl="0"/>
            <a:r>
              <a:rPr lang="en-US"/>
              <a:t>ADD ICON OR TEXT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651D57A5-E63F-804E-931C-2733A7925148}"/>
              </a:ext>
            </a:extLst>
          </p:cNvPr>
          <p:cNvSpPr>
            <a:spLocks noGrp="1"/>
          </p:cNvSpPr>
          <p:nvPr>
            <p:ph sz="quarter" idx="55" hasCustomPrompt="1"/>
          </p:nvPr>
        </p:nvSpPr>
        <p:spPr>
          <a:xfrm>
            <a:off x="7619999" y="876300"/>
            <a:ext cx="1526427" cy="1536700"/>
          </a:xfrm>
        </p:spPr>
        <p:txBody>
          <a:bodyPr/>
          <a:lstStyle>
            <a:lvl1pPr marL="0" indent="0">
              <a:buNone/>
              <a:defRPr sz="2400">
                <a:ln>
                  <a:solidFill>
                    <a:schemeClr val="tx2"/>
                  </a:solidFill>
                </a:ln>
                <a:noFill/>
              </a:defRPr>
            </a:lvl1pPr>
          </a:lstStyle>
          <a:p>
            <a:pPr lvl="0"/>
            <a:r>
              <a:rPr lang="en-US"/>
              <a:t>ADD ICON OR TEXT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98F05831-170C-B84C-BB32-E72C54C9FD28}"/>
              </a:ext>
            </a:extLst>
          </p:cNvPr>
          <p:cNvSpPr>
            <a:spLocks noGrp="1"/>
          </p:cNvSpPr>
          <p:nvPr>
            <p:ph sz="quarter" idx="56" hasCustomPrompt="1"/>
          </p:nvPr>
        </p:nvSpPr>
        <p:spPr>
          <a:xfrm>
            <a:off x="4572000" y="3506211"/>
            <a:ext cx="1524000" cy="1536700"/>
          </a:xfrm>
        </p:spPr>
        <p:txBody>
          <a:bodyPr/>
          <a:lstStyle>
            <a:lvl1pPr marL="0" indent="0">
              <a:buNone/>
              <a:defRPr sz="2400">
                <a:ln>
                  <a:solidFill>
                    <a:schemeClr val="tx2"/>
                  </a:solidFill>
                </a:ln>
                <a:noFill/>
              </a:defRPr>
            </a:lvl1pPr>
          </a:lstStyle>
          <a:p>
            <a:pPr lvl="0"/>
            <a:r>
              <a:rPr lang="en-US"/>
              <a:t>ADD ICON OR TEXT</a:t>
            </a:r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61B459C8-66F6-334F-9830-45D99BE838E6}"/>
              </a:ext>
            </a:extLst>
          </p:cNvPr>
          <p:cNvSpPr>
            <a:spLocks noGrp="1"/>
          </p:cNvSpPr>
          <p:nvPr>
            <p:ph sz="quarter" idx="57" hasCustomPrompt="1"/>
          </p:nvPr>
        </p:nvSpPr>
        <p:spPr>
          <a:xfrm>
            <a:off x="7619999" y="3506211"/>
            <a:ext cx="1526427" cy="1536700"/>
          </a:xfrm>
        </p:spPr>
        <p:txBody>
          <a:bodyPr/>
          <a:lstStyle>
            <a:lvl1pPr marL="0" indent="0">
              <a:buNone/>
              <a:defRPr sz="2400">
                <a:ln>
                  <a:solidFill>
                    <a:schemeClr val="tx2"/>
                  </a:solidFill>
                </a:ln>
                <a:noFill/>
              </a:defRPr>
            </a:lvl1pPr>
          </a:lstStyle>
          <a:p>
            <a:pPr lvl="0"/>
            <a:r>
              <a:rPr lang="en-US"/>
              <a:t>ADD ICON OR TEXT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BD0CA21-B11D-ECD2-7920-06EDA726451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1" y="6344685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2905511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+ Chart w Image">
    <p:bg>
      <p:bgPr>
        <a:solidFill>
          <a:srgbClr val="29707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E102A00-847B-B048-9312-C9DCAE7F563D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MX" b="0" i="0">
              <a:latin typeface="TWK Everett" panose="020B0204000000000000" pitchFamily="34" charset="77"/>
            </a:endParaRPr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DB726F07-4F06-3D41-BCD9-7EF1FEC154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</a:lstStyle>
          <a:p>
            <a:fld id="{BB55D76A-9B6E-CD41-ABBE-F6C938295BA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45F3A209-F7B5-B342-A7C7-36235F4BE3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599" y="281780"/>
            <a:ext cx="5638801" cy="658020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caption or quote here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6A51D8F-74DC-8647-90D4-F17C675F8BD7}"/>
              </a:ext>
            </a:extLst>
          </p:cNvPr>
          <p:cNvSpPr>
            <a:spLocks noGrp="1"/>
          </p:cNvSpPr>
          <p:nvPr>
            <p:ph sz="quarter" idx="51" hasCustomPrompt="1"/>
          </p:nvPr>
        </p:nvSpPr>
        <p:spPr>
          <a:xfrm>
            <a:off x="6465888" y="371475"/>
            <a:ext cx="5505450" cy="5754688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pPr lvl="0"/>
            <a:r>
              <a:rPr lang="en-US"/>
              <a:t>ADD CHART HERE</a:t>
            </a:r>
          </a:p>
        </p:txBody>
      </p:sp>
      <p:sp>
        <p:nvSpPr>
          <p:cNvPr id="10" name="Text Placeholder 57">
            <a:extLst>
              <a:ext uri="{FF2B5EF4-FFF2-40B4-BE49-F238E27FC236}">
                <a16:creationId xmlns:a16="http://schemas.microsoft.com/office/drawing/2014/main" id="{4897332F-5292-6241-B79B-1C8D4B64032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28600" y="718643"/>
            <a:ext cx="2819554" cy="3108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400" b="0" i="0" dirty="0" smtClean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Add subheading here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A1B4ED1B-C51F-C64E-A206-858E2596E7E4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228600" y="1568173"/>
            <a:ext cx="5638800" cy="3637703"/>
          </a:xfrm>
        </p:spPr>
        <p:txBody>
          <a:bodyPr/>
          <a:lstStyle>
            <a:lvl1pPr marL="0" indent="0">
              <a:buClr>
                <a:schemeClr val="bg1"/>
              </a:buClr>
              <a:buFontTx/>
              <a:buNone/>
              <a:defRPr sz="1200">
                <a:solidFill>
                  <a:schemeClr val="bg1"/>
                </a:solidFill>
              </a:defRPr>
            </a:lvl1pPr>
            <a:lvl2pPr marL="288925" indent="0">
              <a:buClr>
                <a:schemeClr val="bg1"/>
              </a:buClr>
              <a:buFontTx/>
              <a:buNone/>
              <a:defRPr sz="1200">
                <a:solidFill>
                  <a:schemeClr val="bg1"/>
                </a:solidFill>
              </a:defRPr>
            </a:lvl2pPr>
            <a:lvl3pPr marL="527050" indent="0">
              <a:buClr>
                <a:schemeClr val="bg1"/>
              </a:buClr>
              <a:buFontTx/>
              <a:buNone/>
              <a:tabLst/>
              <a:defRPr sz="1200">
                <a:solidFill>
                  <a:schemeClr val="bg1"/>
                </a:solidFill>
              </a:defRPr>
            </a:lvl3pPr>
            <a:lvl4pPr marL="741363" indent="0">
              <a:buClr>
                <a:schemeClr val="bg1"/>
              </a:buClr>
              <a:buFontTx/>
              <a:buNone/>
              <a:defRPr sz="1200">
                <a:solidFill>
                  <a:schemeClr val="bg1"/>
                </a:solidFill>
              </a:defRPr>
            </a:lvl4pPr>
            <a:lvl5pPr marL="1042987" indent="0">
              <a:buClr>
                <a:schemeClr val="bg1"/>
              </a:buClr>
              <a:buFontTx/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  <a:p>
            <a:pPr lvl="0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B47491D-6EE4-0280-449F-E7303DECD2A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1" y="6344685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2691755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 4 Columns + Icons Cl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0D870B24-0DC1-6F49-BBFC-0E81923751D2}"/>
              </a:ext>
            </a:extLst>
          </p:cNvPr>
          <p:cNvSpPr/>
          <p:nvPr userDrawn="1"/>
        </p:nvSpPr>
        <p:spPr>
          <a:xfrm>
            <a:off x="6093612" y="0"/>
            <a:ext cx="3050388" cy="6858000"/>
          </a:xfrm>
          <a:prstGeom prst="rect">
            <a:avLst/>
          </a:prstGeom>
          <a:solidFill>
            <a:srgbClr val="F2F1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b="0" i="0">
              <a:latin typeface="TWK Everett" panose="020B0204000000000000" pitchFamily="34" charset="77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812CDE-A829-4449-AB06-658316745F6A}"/>
              </a:ext>
            </a:extLst>
          </p:cNvPr>
          <p:cNvSpPr/>
          <p:nvPr userDrawn="1"/>
        </p:nvSpPr>
        <p:spPr>
          <a:xfrm>
            <a:off x="1" y="0"/>
            <a:ext cx="3050388" cy="6858000"/>
          </a:xfrm>
          <a:prstGeom prst="rect">
            <a:avLst/>
          </a:prstGeom>
          <a:solidFill>
            <a:srgbClr val="F2F1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b="0" i="0">
              <a:latin typeface="TWK Everett" panose="020B0204000000000000" pitchFamily="34" charset="77"/>
            </a:endParaRPr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4E6E9ED7-CE8B-DA48-86F3-1D34203D46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</a:lstStyle>
          <a:p>
            <a:fld id="{BB55D76A-9B6E-CD41-ABBE-F6C938295BA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8" name="Title 1">
            <a:extLst>
              <a:ext uri="{FF2B5EF4-FFF2-40B4-BE49-F238E27FC236}">
                <a16:creationId xmlns:a16="http://schemas.microsoft.com/office/drawing/2014/main" id="{F5C11761-C1D0-FD45-AC79-71641D4D567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600" y="294477"/>
            <a:ext cx="2821636" cy="28107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0" i="0">
                <a:solidFill>
                  <a:schemeClr val="accent1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heading here</a:t>
            </a:r>
          </a:p>
        </p:txBody>
      </p:sp>
      <p:sp>
        <p:nvSpPr>
          <p:cNvPr id="39" name="Text Placeholder 57">
            <a:extLst>
              <a:ext uri="{FF2B5EF4-FFF2-40B4-BE49-F238E27FC236}">
                <a16:creationId xmlns:a16="http://schemas.microsoft.com/office/drawing/2014/main" id="{DDDEE1BD-C0BD-D34A-98F1-DFA5B7561BAC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228600" y="714025"/>
            <a:ext cx="2821789" cy="3108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400" b="0" i="0" dirty="0" smtClean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Add subheading here</a:t>
            </a:r>
          </a:p>
        </p:txBody>
      </p:sp>
      <p:sp>
        <p:nvSpPr>
          <p:cNvPr id="16" name="Picture Placeholder 7">
            <a:extLst>
              <a:ext uri="{FF2B5EF4-FFF2-40B4-BE49-F238E27FC236}">
                <a16:creationId xmlns:a16="http://schemas.microsoft.com/office/drawing/2014/main" id="{48B0F41E-B8A6-554F-9791-EFEE29A1B57F}"/>
              </a:ext>
            </a:extLst>
          </p:cNvPr>
          <p:cNvSpPr>
            <a:spLocks noGrp="1"/>
          </p:cNvSpPr>
          <p:nvPr>
            <p:ph type="pic" sz="quarter" idx="51" hasCustomPrompt="1"/>
          </p:nvPr>
        </p:nvSpPr>
        <p:spPr>
          <a:xfrm>
            <a:off x="228600" y="1270365"/>
            <a:ext cx="1872632" cy="170823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ICON HERE</a:t>
            </a:r>
          </a:p>
        </p:txBody>
      </p:sp>
      <p:sp>
        <p:nvSpPr>
          <p:cNvPr id="18" name="Picture Placeholder 7">
            <a:extLst>
              <a:ext uri="{FF2B5EF4-FFF2-40B4-BE49-F238E27FC236}">
                <a16:creationId xmlns:a16="http://schemas.microsoft.com/office/drawing/2014/main" id="{2C0D7F61-83A3-9A4C-B808-82ECDF5F6234}"/>
              </a:ext>
            </a:extLst>
          </p:cNvPr>
          <p:cNvSpPr>
            <a:spLocks noGrp="1"/>
          </p:cNvSpPr>
          <p:nvPr>
            <p:ph type="pic" sz="quarter" idx="52" hasCustomPrompt="1"/>
          </p:nvPr>
        </p:nvSpPr>
        <p:spPr>
          <a:xfrm>
            <a:off x="3276600" y="1270365"/>
            <a:ext cx="1872632" cy="170823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ICON HERE</a:t>
            </a:r>
          </a:p>
        </p:txBody>
      </p:sp>
      <p:sp>
        <p:nvSpPr>
          <p:cNvPr id="20" name="Picture Placeholder 7">
            <a:extLst>
              <a:ext uri="{FF2B5EF4-FFF2-40B4-BE49-F238E27FC236}">
                <a16:creationId xmlns:a16="http://schemas.microsoft.com/office/drawing/2014/main" id="{68797393-7089-8246-8E6B-9C691D9E8144}"/>
              </a:ext>
            </a:extLst>
          </p:cNvPr>
          <p:cNvSpPr>
            <a:spLocks noGrp="1"/>
          </p:cNvSpPr>
          <p:nvPr>
            <p:ph type="pic" sz="quarter" idx="53" hasCustomPrompt="1"/>
          </p:nvPr>
        </p:nvSpPr>
        <p:spPr>
          <a:xfrm>
            <a:off x="6324600" y="1263328"/>
            <a:ext cx="1872632" cy="171526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ICON HERE</a:t>
            </a:r>
          </a:p>
        </p:txBody>
      </p:sp>
      <p:sp>
        <p:nvSpPr>
          <p:cNvPr id="21" name="Picture Placeholder 7">
            <a:extLst>
              <a:ext uri="{FF2B5EF4-FFF2-40B4-BE49-F238E27FC236}">
                <a16:creationId xmlns:a16="http://schemas.microsoft.com/office/drawing/2014/main" id="{BDBF6EDA-CB83-144B-84E9-B6DA6CFBDBF6}"/>
              </a:ext>
            </a:extLst>
          </p:cNvPr>
          <p:cNvSpPr>
            <a:spLocks noGrp="1"/>
          </p:cNvSpPr>
          <p:nvPr>
            <p:ph type="pic" sz="quarter" idx="54" hasCustomPrompt="1"/>
          </p:nvPr>
        </p:nvSpPr>
        <p:spPr>
          <a:xfrm>
            <a:off x="9381035" y="1270365"/>
            <a:ext cx="1872047" cy="170823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ICON HERE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A6A01146-6CEE-454C-86E0-79564E0A450C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228600" y="3169426"/>
            <a:ext cx="2590800" cy="1386505"/>
          </a:xfrm>
        </p:spPr>
        <p:txBody>
          <a:bodyPr/>
          <a:lstStyle>
            <a:lvl1pPr>
              <a:defRPr sz="1200">
                <a:solidFill>
                  <a:srgbClr val="3D3C3C"/>
                </a:solidFill>
              </a:defRPr>
            </a:lvl1pPr>
            <a:lvl2pPr>
              <a:defRPr sz="1200">
                <a:solidFill>
                  <a:srgbClr val="3D3C3C"/>
                </a:solidFill>
              </a:defRPr>
            </a:lvl2pPr>
            <a:lvl3pPr marL="690563" indent="-163513">
              <a:buFont typeface="Courier New" panose="02070309020205020404" pitchFamily="49" charset="0"/>
              <a:buChar char="o"/>
              <a:tabLst/>
              <a:defRPr sz="1200">
                <a:solidFill>
                  <a:srgbClr val="3D3C3C"/>
                </a:solidFill>
              </a:defRPr>
            </a:lvl3pPr>
            <a:lvl4pPr>
              <a:defRPr sz="1200">
                <a:solidFill>
                  <a:srgbClr val="3D3C3C"/>
                </a:solidFill>
              </a:defRPr>
            </a:lvl4pPr>
            <a:lvl5pPr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08BA9884-E94D-354D-AF51-8C4AC3E5E452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3287390" y="3169426"/>
            <a:ext cx="2590800" cy="1386505"/>
          </a:xfrm>
        </p:spPr>
        <p:txBody>
          <a:bodyPr/>
          <a:lstStyle>
            <a:lvl1pPr>
              <a:defRPr sz="1200">
                <a:solidFill>
                  <a:srgbClr val="3D3C3C"/>
                </a:solidFill>
              </a:defRPr>
            </a:lvl1pPr>
            <a:lvl2pPr>
              <a:defRPr sz="1200">
                <a:solidFill>
                  <a:srgbClr val="3D3C3C"/>
                </a:solidFill>
              </a:defRPr>
            </a:lvl2pPr>
            <a:lvl3pPr marL="698500" indent="-171450">
              <a:defRPr lang="en-US" sz="1200" b="0" i="0" kern="1200" dirty="0">
                <a:solidFill>
                  <a:srgbClr val="3D3C3C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defRPr sz="1200">
                <a:solidFill>
                  <a:srgbClr val="3D3C3C"/>
                </a:solidFill>
              </a:defRPr>
            </a:lvl4pPr>
            <a:lvl5pPr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87E36DB-49F0-CE41-A792-DC6FC1181DD0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6329995" y="3169426"/>
            <a:ext cx="2590800" cy="1386505"/>
          </a:xfrm>
        </p:spPr>
        <p:txBody>
          <a:bodyPr/>
          <a:lstStyle>
            <a:lvl1pPr>
              <a:defRPr sz="1200">
                <a:solidFill>
                  <a:srgbClr val="3D3C3C"/>
                </a:solidFill>
              </a:defRPr>
            </a:lvl1pPr>
            <a:lvl2pPr>
              <a:defRPr sz="1200">
                <a:solidFill>
                  <a:srgbClr val="3D3C3C"/>
                </a:solidFill>
              </a:defRPr>
            </a:lvl2pPr>
            <a:lvl3pPr marL="698500" indent="-171450">
              <a:defRPr lang="en-US" sz="1200" b="0" i="0" kern="1200" dirty="0">
                <a:solidFill>
                  <a:srgbClr val="3D3C3C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defRPr sz="1200">
                <a:solidFill>
                  <a:srgbClr val="3D3C3C"/>
                </a:solidFill>
              </a:defRPr>
            </a:lvl4pPr>
            <a:lvl5pPr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8C04423A-19C1-994E-A97A-17205ACBAEBA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9381035" y="3169426"/>
            <a:ext cx="2590800" cy="1386505"/>
          </a:xfrm>
        </p:spPr>
        <p:txBody>
          <a:bodyPr/>
          <a:lstStyle>
            <a:lvl1pPr>
              <a:defRPr sz="1200">
                <a:solidFill>
                  <a:srgbClr val="3D3C3C"/>
                </a:solidFill>
              </a:defRPr>
            </a:lvl1pPr>
            <a:lvl2pPr>
              <a:defRPr sz="1200">
                <a:solidFill>
                  <a:srgbClr val="3D3C3C"/>
                </a:solidFill>
              </a:defRPr>
            </a:lvl2pPr>
            <a:lvl3pPr marL="698500" indent="-171450">
              <a:defRPr lang="en-US" sz="1200" b="0" i="0" kern="1200" dirty="0">
                <a:solidFill>
                  <a:srgbClr val="3D3C3C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defRPr sz="1200">
                <a:solidFill>
                  <a:srgbClr val="3D3C3C"/>
                </a:solidFill>
              </a:defRPr>
            </a:lvl4pPr>
            <a:lvl5pPr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BB579AE-6410-8F0B-0B3D-BE9EDE8FE7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0" y="6342513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6865230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 4 Columns + Icons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0D870B24-0DC1-6F49-BBFC-0E81923751D2}"/>
              </a:ext>
            </a:extLst>
          </p:cNvPr>
          <p:cNvSpPr/>
          <p:nvPr userDrawn="1"/>
        </p:nvSpPr>
        <p:spPr>
          <a:xfrm>
            <a:off x="6093611" y="0"/>
            <a:ext cx="3048000" cy="6858000"/>
          </a:xfrm>
          <a:prstGeom prst="rect">
            <a:avLst/>
          </a:prstGeom>
          <a:solidFill>
            <a:srgbClr val="DDED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b="0" i="0">
              <a:latin typeface="TWK Everett" panose="020B0204000000000000" pitchFamily="34" charset="77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812CDE-A829-4449-AB06-658316745F6A}"/>
              </a:ext>
            </a:extLst>
          </p:cNvPr>
          <p:cNvSpPr/>
          <p:nvPr userDrawn="1"/>
        </p:nvSpPr>
        <p:spPr>
          <a:xfrm>
            <a:off x="0" y="0"/>
            <a:ext cx="3048000" cy="6858000"/>
          </a:xfrm>
          <a:prstGeom prst="rect">
            <a:avLst/>
          </a:prstGeom>
          <a:solidFill>
            <a:srgbClr val="DDED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b="0" i="0">
              <a:latin typeface="TWK Everett" panose="020B0204000000000000" pitchFamily="34" charset="77"/>
            </a:endParaRPr>
          </a:p>
        </p:txBody>
      </p:sp>
      <p:sp>
        <p:nvSpPr>
          <p:cNvPr id="58" name="Picture Placeholder 7">
            <a:extLst>
              <a:ext uri="{FF2B5EF4-FFF2-40B4-BE49-F238E27FC236}">
                <a16:creationId xmlns:a16="http://schemas.microsoft.com/office/drawing/2014/main" id="{514A8316-B0F0-E64C-A005-F00E6DA71761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228600" y="1270365"/>
            <a:ext cx="1872632" cy="170823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ICON HERE</a:t>
            </a:r>
          </a:p>
        </p:txBody>
      </p:sp>
      <p:sp>
        <p:nvSpPr>
          <p:cNvPr id="59" name="Picture Placeholder 7">
            <a:extLst>
              <a:ext uri="{FF2B5EF4-FFF2-40B4-BE49-F238E27FC236}">
                <a16:creationId xmlns:a16="http://schemas.microsoft.com/office/drawing/2014/main" id="{750311B1-E416-7646-B8BF-DF3C53F6A2D5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3276600" y="1270365"/>
            <a:ext cx="1872632" cy="170823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ICON HERE</a:t>
            </a:r>
          </a:p>
        </p:txBody>
      </p:sp>
      <p:sp>
        <p:nvSpPr>
          <p:cNvPr id="60" name="Picture Placeholder 7">
            <a:extLst>
              <a:ext uri="{FF2B5EF4-FFF2-40B4-BE49-F238E27FC236}">
                <a16:creationId xmlns:a16="http://schemas.microsoft.com/office/drawing/2014/main" id="{17E006E3-4291-4049-AD93-B5278AF31AD5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6324600" y="1263328"/>
            <a:ext cx="1872632" cy="171526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ICON HERE</a:t>
            </a:r>
          </a:p>
        </p:txBody>
      </p:sp>
      <p:sp>
        <p:nvSpPr>
          <p:cNvPr id="61" name="Picture Placeholder 7">
            <a:extLst>
              <a:ext uri="{FF2B5EF4-FFF2-40B4-BE49-F238E27FC236}">
                <a16:creationId xmlns:a16="http://schemas.microsoft.com/office/drawing/2014/main" id="{A4BC3B16-ACE1-104A-8B2D-FE828E65AF7A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9381035" y="1270365"/>
            <a:ext cx="1872047" cy="170823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ICON HERE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95A5C78B-D28F-5D41-8FEE-ECEB00452A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</a:lstStyle>
          <a:p>
            <a:fld id="{BB55D76A-9B6E-CD41-ABBE-F6C938295BA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1C62E2FA-474D-F54A-B505-395B993ABB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599" y="294477"/>
            <a:ext cx="2819247" cy="28107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0" i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heading here</a:t>
            </a:r>
          </a:p>
        </p:txBody>
      </p:sp>
      <p:sp>
        <p:nvSpPr>
          <p:cNvPr id="28" name="Text Placeholder 57">
            <a:extLst>
              <a:ext uri="{FF2B5EF4-FFF2-40B4-BE49-F238E27FC236}">
                <a16:creationId xmlns:a16="http://schemas.microsoft.com/office/drawing/2014/main" id="{526CF53C-689A-294D-947F-C20332A6D6EA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228600" y="714025"/>
            <a:ext cx="2819400" cy="3108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400" b="0" i="0" dirty="0" smtClean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Add subheading here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1578A9E8-7662-D44E-88D0-D10124D0B10B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28600" y="3169426"/>
            <a:ext cx="2590800" cy="1386505"/>
          </a:xfrm>
        </p:spPr>
        <p:txBody>
          <a:bodyPr/>
          <a:lstStyle>
            <a:lvl1pPr>
              <a:defRPr sz="1200">
                <a:solidFill>
                  <a:srgbClr val="3D3C3C"/>
                </a:solidFill>
              </a:defRPr>
            </a:lvl1pPr>
            <a:lvl2pPr>
              <a:defRPr sz="1200">
                <a:solidFill>
                  <a:srgbClr val="3D3C3C"/>
                </a:solidFill>
              </a:defRPr>
            </a:lvl2pPr>
            <a:lvl3pPr marL="690563" indent="-163513">
              <a:buFont typeface="Courier New" panose="02070309020205020404" pitchFamily="49" charset="0"/>
              <a:buChar char="o"/>
              <a:tabLst/>
              <a:defRPr sz="1200">
                <a:solidFill>
                  <a:srgbClr val="3D3C3C"/>
                </a:solidFill>
              </a:defRPr>
            </a:lvl3pPr>
            <a:lvl4pPr>
              <a:defRPr sz="1200">
                <a:solidFill>
                  <a:srgbClr val="3D3C3C"/>
                </a:solidFill>
              </a:defRPr>
            </a:lvl4pPr>
            <a:lvl5pPr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7390166D-9663-AA42-BBFA-258771F1F030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3287390" y="3169426"/>
            <a:ext cx="2590800" cy="1386505"/>
          </a:xfrm>
        </p:spPr>
        <p:txBody>
          <a:bodyPr/>
          <a:lstStyle>
            <a:lvl1pPr>
              <a:defRPr sz="1200">
                <a:solidFill>
                  <a:srgbClr val="3D3C3C"/>
                </a:solidFill>
              </a:defRPr>
            </a:lvl1pPr>
            <a:lvl2pPr>
              <a:defRPr sz="1200">
                <a:solidFill>
                  <a:srgbClr val="3D3C3C"/>
                </a:solidFill>
              </a:defRPr>
            </a:lvl2pPr>
            <a:lvl3pPr marL="698500" indent="-171450">
              <a:defRPr lang="en-US" sz="1200" b="0" i="0" kern="1200" dirty="0">
                <a:solidFill>
                  <a:srgbClr val="3D3C3C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defRPr sz="1200">
                <a:solidFill>
                  <a:srgbClr val="3D3C3C"/>
                </a:solidFill>
              </a:defRPr>
            </a:lvl4pPr>
            <a:lvl5pPr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529AD3E3-4375-D04F-AB3B-7EB9F42B658D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29995" y="3169426"/>
            <a:ext cx="2590800" cy="1386505"/>
          </a:xfrm>
        </p:spPr>
        <p:txBody>
          <a:bodyPr/>
          <a:lstStyle>
            <a:lvl1pPr>
              <a:defRPr sz="1200">
                <a:solidFill>
                  <a:srgbClr val="3D3C3C"/>
                </a:solidFill>
              </a:defRPr>
            </a:lvl1pPr>
            <a:lvl2pPr>
              <a:defRPr sz="1200">
                <a:solidFill>
                  <a:srgbClr val="3D3C3C"/>
                </a:solidFill>
              </a:defRPr>
            </a:lvl2pPr>
            <a:lvl3pPr marL="698500" indent="-171450">
              <a:defRPr lang="en-US" sz="1200" b="0" i="0" kern="1200" dirty="0">
                <a:solidFill>
                  <a:srgbClr val="3D3C3C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defRPr sz="1200">
                <a:solidFill>
                  <a:srgbClr val="3D3C3C"/>
                </a:solidFill>
              </a:defRPr>
            </a:lvl4pPr>
            <a:lvl5pPr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2">
            <a:extLst>
              <a:ext uri="{FF2B5EF4-FFF2-40B4-BE49-F238E27FC236}">
                <a16:creationId xmlns:a16="http://schemas.microsoft.com/office/drawing/2014/main" id="{85E4EDD6-9F53-254B-948E-B849AA851000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381035" y="3169426"/>
            <a:ext cx="2590800" cy="1386505"/>
          </a:xfrm>
        </p:spPr>
        <p:txBody>
          <a:bodyPr/>
          <a:lstStyle>
            <a:lvl1pPr>
              <a:defRPr sz="1200">
                <a:solidFill>
                  <a:srgbClr val="3D3C3C"/>
                </a:solidFill>
              </a:defRPr>
            </a:lvl1pPr>
            <a:lvl2pPr>
              <a:defRPr sz="1200">
                <a:solidFill>
                  <a:srgbClr val="3D3C3C"/>
                </a:solidFill>
              </a:defRPr>
            </a:lvl2pPr>
            <a:lvl3pPr marL="698500" indent="-171450">
              <a:defRPr lang="en-US" sz="1200" b="0" i="0" kern="1200" dirty="0">
                <a:solidFill>
                  <a:srgbClr val="3D3C3C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defRPr sz="1200">
                <a:solidFill>
                  <a:srgbClr val="3D3C3C"/>
                </a:solidFill>
              </a:defRPr>
            </a:lvl4pPr>
            <a:lvl5pPr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5536040-934E-8212-FC4C-155734799F8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0" y="6342513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9576882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 Large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hart Placeholder 9">
            <a:extLst>
              <a:ext uri="{FF2B5EF4-FFF2-40B4-BE49-F238E27FC236}">
                <a16:creationId xmlns:a16="http://schemas.microsoft.com/office/drawing/2014/main" id="{C9DFC84E-FA9E-F842-B8A0-3F47FB47FC4C}"/>
              </a:ext>
            </a:extLst>
          </p:cNvPr>
          <p:cNvSpPr>
            <a:spLocks noGrp="1"/>
          </p:cNvSpPr>
          <p:nvPr>
            <p:ph type="chart" sz="quarter" idx="27" hasCustomPrompt="1"/>
          </p:nvPr>
        </p:nvSpPr>
        <p:spPr>
          <a:xfrm>
            <a:off x="6096000" y="495300"/>
            <a:ext cx="5867400" cy="590549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latin typeface="TWK Everett" panose="020B0204000000000000" pitchFamily="34" charset="77"/>
              </a:defRPr>
            </a:lvl1pPr>
          </a:lstStyle>
          <a:p>
            <a:r>
              <a:rPr lang="en-US"/>
              <a:t>CLICK ICON TO ADD PIE CHART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E9CCAB3E-BAC6-1241-B951-C30FC038FA9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8600" y="1323632"/>
            <a:ext cx="4343164" cy="210536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3200" b="0" i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Add body text here–Lorem ipsum dolor sit </a:t>
            </a:r>
            <a:r>
              <a:rPr lang="en-US" err="1"/>
              <a:t>amet</a:t>
            </a:r>
            <a:endParaRPr lang="en-US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4E159D05-25FE-E542-9360-CAC0772D3A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</a:lstStyle>
          <a:p>
            <a:fld id="{BB55D76A-9B6E-CD41-ABBE-F6C938295BA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441C0787-5E53-2F41-BBC9-8BEE0618F7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599" y="294477"/>
            <a:ext cx="5638801" cy="28107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0" i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heading here</a:t>
            </a:r>
          </a:p>
        </p:txBody>
      </p:sp>
      <p:sp>
        <p:nvSpPr>
          <p:cNvPr id="17" name="Text Placeholder 57">
            <a:extLst>
              <a:ext uri="{FF2B5EF4-FFF2-40B4-BE49-F238E27FC236}">
                <a16:creationId xmlns:a16="http://schemas.microsoft.com/office/drawing/2014/main" id="{963E82A3-4B6A-BC48-8272-63030B15170A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228600" y="714025"/>
            <a:ext cx="5639106" cy="3108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400" b="0" i="0" dirty="0" smtClean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Add subheading here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18C7F6A-D8A4-992E-7D7C-A9D64ED0DE9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0" y="6342513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3537066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 4 Columns +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hart Placeholder 6">
            <a:extLst>
              <a:ext uri="{FF2B5EF4-FFF2-40B4-BE49-F238E27FC236}">
                <a16:creationId xmlns:a16="http://schemas.microsoft.com/office/drawing/2014/main" id="{C27F7F1D-5819-234C-BE8D-F846B9D0BFDC}"/>
              </a:ext>
            </a:extLst>
          </p:cNvPr>
          <p:cNvSpPr>
            <a:spLocks noGrp="1"/>
          </p:cNvSpPr>
          <p:nvPr>
            <p:ph type="chart" sz="quarter" idx="29" hasCustomPrompt="1"/>
          </p:nvPr>
        </p:nvSpPr>
        <p:spPr>
          <a:xfrm>
            <a:off x="228599" y="1711521"/>
            <a:ext cx="2595335" cy="229403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CHART HERE</a:t>
            </a:r>
          </a:p>
        </p:txBody>
      </p:sp>
      <p:sp>
        <p:nvSpPr>
          <p:cNvPr id="14" name="Chart Placeholder 6">
            <a:extLst>
              <a:ext uri="{FF2B5EF4-FFF2-40B4-BE49-F238E27FC236}">
                <a16:creationId xmlns:a16="http://schemas.microsoft.com/office/drawing/2014/main" id="{22C00934-DE81-9D4F-B3D1-D3A5B7ADC6E9}"/>
              </a:ext>
            </a:extLst>
          </p:cNvPr>
          <p:cNvSpPr>
            <a:spLocks noGrp="1"/>
          </p:cNvSpPr>
          <p:nvPr>
            <p:ph type="chart" sz="quarter" idx="31" hasCustomPrompt="1"/>
          </p:nvPr>
        </p:nvSpPr>
        <p:spPr>
          <a:xfrm>
            <a:off x="3284993" y="1711522"/>
            <a:ext cx="2589484" cy="2294036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b="0" i="0"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CHART HERE</a:t>
            </a:r>
          </a:p>
        </p:txBody>
      </p:sp>
      <p:sp>
        <p:nvSpPr>
          <p:cNvPr id="16" name="Chart Placeholder 6">
            <a:extLst>
              <a:ext uri="{FF2B5EF4-FFF2-40B4-BE49-F238E27FC236}">
                <a16:creationId xmlns:a16="http://schemas.microsoft.com/office/drawing/2014/main" id="{12EF8ABA-27C6-994A-A725-2D1F1E3C8DE4}"/>
              </a:ext>
            </a:extLst>
          </p:cNvPr>
          <p:cNvSpPr>
            <a:spLocks noGrp="1"/>
          </p:cNvSpPr>
          <p:nvPr>
            <p:ph type="chart" sz="quarter" idx="33" hasCustomPrompt="1"/>
          </p:nvPr>
        </p:nvSpPr>
        <p:spPr>
          <a:xfrm>
            <a:off x="6330181" y="1714500"/>
            <a:ext cx="2590848" cy="2291737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b="0" i="0"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CHART HERE</a:t>
            </a:r>
          </a:p>
        </p:txBody>
      </p:sp>
      <p:sp>
        <p:nvSpPr>
          <p:cNvPr id="18" name="Chart Placeholder 6">
            <a:extLst>
              <a:ext uri="{FF2B5EF4-FFF2-40B4-BE49-F238E27FC236}">
                <a16:creationId xmlns:a16="http://schemas.microsoft.com/office/drawing/2014/main" id="{8439C5E2-126A-564E-A99D-172D1FA225D3}"/>
              </a:ext>
            </a:extLst>
          </p:cNvPr>
          <p:cNvSpPr>
            <a:spLocks noGrp="1"/>
          </p:cNvSpPr>
          <p:nvPr>
            <p:ph type="chart" sz="quarter" idx="35" hasCustomPrompt="1"/>
          </p:nvPr>
        </p:nvSpPr>
        <p:spPr>
          <a:xfrm>
            <a:off x="9381890" y="1711296"/>
            <a:ext cx="2595065" cy="229173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b="0" i="0"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CHART HERE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9FA3F480-FA67-2844-910B-8F8B94D6A1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</a:lstStyle>
          <a:p>
            <a:fld id="{BB55D76A-9B6E-CD41-ABBE-F6C938295BA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33C0C82F-EBCB-1845-9AE0-442714C9062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600" y="294477"/>
            <a:ext cx="10439400" cy="28107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0" i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heading here</a:t>
            </a:r>
          </a:p>
        </p:txBody>
      </p:sp>
      <p:sp>
        <p:nvSpPr>
          <p:cNvPr id="25" name="Text Placeholder 57">
            <a:extLst>
              <a:ext uri="{FF2B5EF4-FFF2-40B4-BE49-F238E27FC236}">
                <a16:creationId xmlns:a16="http://schemas.microsoft.com/office/drawing/2014/main" id="{77AF6F60-273D-034D-9770-DBBC2D3B40D0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228600" y="714025"/>
            <a:ext cx="10439965" cy="3108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400" b="0" i="0" dirty="0" smtClean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Add subheading here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04F34E55-2528-0F47-9D93-3D0A7C381B9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28600" y="4121926"/>
            <a:ext cx="2590800" cy="1386505"/>
          </a:xfrm>
        </p:spPr>
        <p:txBody>
          <a:bodyPr/>
          <a:lstStyle>
            <a:lvl1pPr>
              <a:defRPr sz="1200">
                <a:solidFill>
                  <a:srgbClr val="3D3C3C"/>
                </a:solidFill>
              </a:defRPr>
            </a:lvl1pPr>
            <a:lvl2pPr>
              <a:defRPr sz="1200">
                <a:solidFill>
                  <a:srgbClr val="3D3C3C"/>
                </a:solidFill>
              </a:defRPr>
            </a:lvl2pPr>
            <a:lvl3pPr marL="690563" indent="-163513">
              <a:buFont typeface="Courier New" panose="02070309020205020404" pitchFamily="49" charset="0"/>
              <a:buChar char="o"/>
              <a:tabLst/>
              <a:defRPr sz="1200">
                <a:solidFill>
                  <a:srgbClr val="3D3C3C"/>
                </a:solidFill>
              </a:defRPr>
            </a:lvl3pPr>
            <a:lvl4pPr>
              <a:defRPr sz="1200">
                <a:solidFill>
                  <a:srgbClr val="3D3C3C"/>
                </a:solidFill>
              </a:defRPr>
            </a:lvl4pPr>
            <a:lvl5pPr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168B7E4F-0121-0F47-B328-04659EC7D47F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3287390" y="4121926"/>
            <a:ext cx="2590800" cy="1386505"/>
          </a:xfrm>
        </p:spPr>
        <p:txBody>
          <a:bodyPr/>
          <a:lstStyle>
            <a:lvl1pPr>
              <a:defRPr sz="1200">
                <a:solidFill>
                  <a:srgbClr val="3D3C3C"/>
                </a:solidFill>
              </a:defRPr>
            </a:lvl1pPr>
            <a:lvl2pPr>
              <a:defRPr sz="1200">
                <a:solidFill>
                  <a:srgbClr val="3D3C3C"/>
                </a:solidFill>
              </a:defRPr>
            </a:lvl2pPr>
            <a:lvl3pPr marL="698500" indent="-171450">
              <a:defRPr lang="en-US" sz="1200" b="0" i="0" kern="1200" dirty="0">
                <a:solidFill>
                  <a:srgbClr val="3D3C3C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defRPr sz="1200">
                <a:solidFill>
                  <a:srgbClr val="3D3C3C"/>
                </a:solidFill>
              </a:defRPr>
            </a:lvl4pPr>
            <a:lvl5pPr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2">
            <a:extLst>
              <a:ext uri="{FF2B5EF4-FFF2-40B4-BE49-F238E27FC236}">
                <a16:creationId xmlns:a16="http://schemas.microsoft.com/office/drawing/2014/main" id="{D12D380E-4278-7745-84E6-86D45BE79C45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29995" y="4121926"/>
            <a:ext cx="2590800" cy="1386505"/>
          </a:xfrm>
        </p:spPr>
        <p:txBody>
          <a:bodyPr/>
          <a:lstStyle>
            <a:lvl1pPr>
              <a:defRPr sz="1200">
                <a:solidFill>
                  <a:srgbClr val="3D3C3C"/>
                </a:solidFill>
              </a:defRPr>
            </a:lvl1pPr>
            <a:lvl2pPr>
              <a:defRPr sz="1200">
                <a:solidFill>
                  <a:srgbClr val="3D3C3C"/>
                </a:solidFill>
              </a:defRPr>
            </a:lvl2pPr>
            <a:lvl3pPr marL="698500" indent="-171450">
              <a:defRPr lang="en-US" sz="1200" b="0" i="0" kern="1200" dirty="0">
                <a:solidFill>
                  <a:srgbClr val="3D3C3C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defRPr sz="1200">
                <a:solidFill>
                  <a:srgbClr val="3D3C3C"/>
                </a:solidFill>
              </a:defRPr>
            </a:lvl4pPr>
            <a:lvl5pPr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2294AAB9-98B9-D34E-9669-E3C6FD13AEC5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380692" y="4121926"/>
            <a:ext cx="2590800" cy="1386505"/>
          </a:xfrm>
        </p:spPr>
        <p:txBody>
          <a:bodyPr/>
          <a:lstStyle>
            <a:lvl1pPr>
              <a:defRPr sz="1200">
                <a:solidFill>
                  <a:srgbClr val="3D3C3C"/>
                </a:solidFill>
              </a:defRPr>
            </a:lvl1pPr>
            <a:lvl2pPr>
              <a:defRPr sz="1200">
                <a:solidFill>
                  <a:srgbClr val="3D3C3C"/>
                </a:solidFill>
              </a:defRPr>
            </a:lvl2pPr>
            <a:lvl3pPr marL="698500" indent="-171450">
              <a:defRPr lang="en-US" sz="1200" b="0" i="0" kern="1200" dirty="0">
                <a:solidFill>
                  <a:srgbClr val="3D3C3C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defRPr sz="1200">
                <a:solidFill>
                  <a:srgbClr val="3D3C3C"/>
                </a:solidFill>
              </a:defRPr>
            </a:lvl4pPr>
            <a:lvl5pPr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E631A8C-2D91-F1F7-7837-EC8EEDD90B6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0" y="6342513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2372372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 Icons Collage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7">
            <a:extLst>
              <a:ext uri="{FF2B5EF4-FFF2-40B4-BE49-F238E27FC236}">
                <a16:creationId xmlns:a16="http://schemas.microsoft.com/office/drawing/2014/main" id="{D533621A-3B50-3E49-95CE-6E76D524021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144001" y="1"/>
            <a:ext cx="3039908" cy="6858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latin typeface="TWK Everett" panose="020B0204000000000000" pitchFamily="34" charset="77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0" name="Picture Placeholder 7">
            <a:extLst>
              <a:ext uri="{FF2B5EF4-FFF2-40B4-BE49-F238E27FC236}">
                <a16:creationId xmlns:a16="http://schemas.microsoft.com/office/drawing/2014/main" id="{EAA83C25-A7D5-C44E-BC03-EABD420FC337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228602" y="1453572"/>
            <a:ext cx="910693" cy="81831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PLACE ICON HERE</a:t>
            </a:r>
          </a:p>
        </p:txBody>
      </p:sp>
      <p:sp>
        <p:nvSpPr>
          <p:cNvPr id="21" name="Picture Placeholder 7">
            <a:extLst>
              <a:ext uri="{FF2B5EF4-FFF2-40B4-BE49-F238E27FC236}">
                <a16:creationId xmlns:a16="http://schemas.microsoft.com/office/drawing/2014/main" id="{1C3320EC-C702-784B-966E-56589D005226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3276601" y="1488209"/>
            <a:ext cx="910693" cy="81831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PLACE ICON HERE</a:t>
            </a:r>
          </a:p>
        </p:txBody>
      </p:sp>
      <p:sp>
        <p:nvSpPr>
          <p:cNvPr id="22" name="Picture Placeholder 7">
            <a:extLst>
              <a:ext uri="{FF2B5EF4-FFF2-40B4-BE49-F238E27FC236}">
                <a16:creationId xmlns:a16="http://schemas.microsoft.com/office/drawing/2014/main" id="{4404D43E-76A6-4948-9A3B-149BCDDC8C7A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6324600" y="1485900"/>
            <a:ext cx="910693" cy="81831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PLACE ICON HERE</a:t>
            </a:r>
          </a:p>
        </p:txBody>
      </p:sp>
      <p:sp>
        <p:nvSpPr>
          <p:cNvPr id="23" name="Picture Placeholder 7">
            <a:extLst>
              <a:ext uri="{FF2B5EF4-FFF2-40B4-BE49-F238E27FC236}">
                <a16:creationId xmlns:a16="http://schemas.microsoft.com/office/drawing/2014/main" id="{72FB2A4E-1B5D-FF46-A012-D1DF01E24703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228602" y="3693062"/>
            <a:ext cx="910693" cy="81831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PLACE ICON HERE</a:t>
            </a:r>
          </a:p>
        </p:txBody>
      </p:sp>
      <p:sp>
        <p:nvSpPr>
          <p:cNvPr id="24" name="Picture Placeholder 7">
            <a:extLst>
              <a:ext uri="{FF2B5EF4-FFF2-40B4-BE49-F238E27FC236}">
                <a16:creationId xmlns:a16="http://schemas.microsoft.com/office/drawing/2014/main" id="{B0DC0B18-D14B-A540-91A5-DB1C9ED122B4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3276601" y="3727699"/>
            <a:ext cx="910693" cy="81831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PLACE ICON HERE</a:t>
            </a:r>
          </a:p>
        </p:txBody>
      </p:sp>
      <p:sp>
        <p:nvSpPr>
          <p:cNvPr id="26" name="Picture Placeholder 7">
            <a:extLst>
              <a:ext uri="{FF2B5EF4-FFF2-40B4-BE49-F238E27FC236}">
                <a16:creationId xmlns:a16="http://schemas.microsoft.com/office/drawing/2014/main" id="{CD67EB63-28F4-E040-9A84-8011CD7C8FE5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6324600" y="3725390"/>
            <a:ext cx="910693" cy="81831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PLACE ICON HERE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1FBCF938-EB1F-E842-88D8-795586C115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</a:lstStyle>
          <a:p>
            <a:fld id="{BB55D76A-9B6E-CD41-ABBE-F6C938295BA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6" name="Title 1">
            <a:extLst>
              <a:ext uri="{FF2B5EF4-FFF2-40B4-BE49-F238E27FC236}">
                <a16:creationId xmlns:a16="http://schemas.microsoft.com/office/drawing/2014/main" id="{B96B7D0F-251B-FD43-BCB7-CB20958C0B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600" y="294477"/>
            <a:ext cx="8686800" cy="28107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0" i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heading here</a:t>
            </a:r>
          </a:p>
        </p:txBody>
      </p:sp>
      <p:sp>
        <p:nvSpPr>
          <p:cNvPr id="37" name="Text Placeholder 57">
            <a:extLst>
              <a:ext uri="{FF2B5EF4-FFF2-40B4-BE49-F238E27FC236}">
                <a16:creationId xmlns:a16="http://schemas.microsoft.com/office/drawing/2014/main" id="{84B35694-6A50-2E4B-A859-D0BD696C8081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228600" y="714025"/>
            <a:ext cx="8687270" cy="3108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400" b="0" i="0" dirty="0" smtClean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Add subheading here</a:t>
            </a:r>
          </a:p>
        </p:txBody>
      </p:sp>
      <p:sp>
        <p:nvSpPr>
          <p:cNvPr id="38" name="Text Placeholder 2">
            <a:extLst>
              <a:ext uri="{FF2B5EF4-FFF2-40B4-BE49-F238E27FC236}">
                <a16:creationId xmlns:a16="http://schemas.microsoft.com/office/drawing/2014/main" id="{37F4BA20-7EA4-D548-8BDD-288F2CD56CA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28602" y="2298081"/>
            <a:ext cx="2590800" cy="869992"/>
          </a:xfrm>
        </p:spPr>
        <p:txBody>
          <a:bodyPr/>
          <a:lstStyle>
            <a:lvl1pPr>
              <a:defRPr sz="1200">
                <a:solidFill>
                  <a:srgbClr val="3D3C3C"/>
                </a:solidFill>
              </a:defRPr>
            </a:lvl1pPr>
            <a:lvl2pPr>
              <a:defRPr sz="1200">
                <a:solidFill>
                  <a:srgbClr val="3D3C3C"/>
                </a:solidFill>
              </a:defRPr>
            </a:lvl2pPr>
            <a:lvl3pPr marL="690563" indent="-163513">
              <a:buFont typeface="Courier New" panose="02070309020205020404" pitchFamily="49" charset="0"/>
              <a:buChar char="o"/>
              <a:tabLst/>
              <a:defRPr sz="1200">
                <a:solidFill>
                  <a:srgbClr val="3D3C3C"/>
                </a:solidFill>
              </a:defRPr>
            </a:lvl3pPr>
            <a:lvl4pPr>
              <a:defRPr sz="1200">
                <a:solidFill>
                  <a:srgbClr val="3D3C3C"/>
                </a:solidFill>
              </a:defRPr>
            </a:lvl4pPr>
            <a:lvl5pPr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2">
            <a:extLst>
              <a:ext uri="{FF2B5EF4-FFF2-40B4-BE49-F238E27FC236}">
                <a16:creationId xmlns:a16="http://schemas.microsoft.com/office/drawing/2014/main" id="{49F3F735-7447-7F4C-9666-191D8DB32FD4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3276601" y="2332718"/>
            <a:ext cx="2590800" cy="869992"/>
          </a:xfrm>
        </p:spPr>
        <p:txBody>
          <a:bodyPr/>
          <a:lstStyle>
            <a:lvl1pPr>
              <a:defRPr sz="1200">
                <a:solidFill>
                  <a:srgbClr val="3D3C3C"/>
                </a:solidFill>
              </a:defRPr>
            </a:lvl1pPr>
            <a:lvl2pPr>
              <a:defRPr sz="1200">
                <a:solidFill>
                  <a:srgbClr val="3D3C3C"/>
                </a:solidFill>
              </a:defRPr>
            </a:lvl2pPr>
            <a:lvl3pPr marL="698500" indent="-171450">
              <a:defRPr lang="en-US" sz="1200" b="0" i="0" kern="1200" dirty="0">
                <a:solidFill>
                  <a:srgbClr val="3D3C3C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defRPr sz="1200">
                <a:solidFill>
                  <a:srgbClr val="3D3C3C"/>
                </a:solidFill>
              </a:defRPr>
            </a:lvl4pPr>
            <a:lvl5pPr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909D859B-5629-A343-B124-724E2D22216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24600" y="2330409"/>
            <a:ext cx="2590800" cy="869992"/>
          </a:xfrm>
        </p:spPr>
        <p:txBody>
          <a:bodyPr/>
          <a:lstStyle>
            <a:lvl1pPr>
              <a:defRPr sz="1200">
                <a:solidFill>
                  <a:srgbClr val="3D3C3C"/>
                </a:solidFill>
              </a:defRPr>
            </a:lvl1pPr>
            <a:lvl2pPr>
              <a:defRPr sz="1200">
                <a:solidFill>
                  <a:srgbClr val="3D3C3C"/>
                </a:solidFill>
              </a:defRPr>
            </a:lvl2pPr>
            <a:lvl3pPr marL="698500" indent="-171450">
              <a:tabLst/>
              <a:defRPr lang="en-US" sz="1200" b="0" i="0" kern="1200" dirty="0">
                <a:solidFill>
                  <a:srgbClr val="3D3C3C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defRPr sz="1200">
                <a:solidFill>
                  <a:srgbClr val="3D3C3C"/>
                </a:solidFill>
              </a:defRPr>
            </a:lvl4pPr>
            <a:lvl5pPr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2" name="Text Placeholder 2">
            <a:extLst>
              <a:ext uri="{FF2B5EF4-FFF2-40B4-BE49-F238E27FC236}">
                <a16:creationId xmlns:a16="http://schemas.microsoft.com/office/drawing/2014/main" id="{F79B734D-A981-F249-B5AD-DD37EA9B21F9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228602" y="4533506"/>
            <a:ext cx="2590800" cy="869992"/>
          </a:xfrm>
        </p:spPr>
        <p:txBody>
          <a:bodyPr/>
          <a:lstStyle>
            <a:lvl1pPr>
              <a:defRPr sz="1200">
                <a:solidFill>
                  <a:srgbClr val="3D3C3C"/>
                </a:solidFill>
              </a:defRPr>
            </a:lvl1pPr>
            <a:lvl2pPr>
              <a:defRPr sz="1200">
                <a:solidFill>
                  <a:srgbClr val="3D3C3C"/>
                </a:solidFill>
              </a:defRPr>
            </a:lvl2pPr>
            <a:lvl3pPr marL="698500" indent="-171450">
              <a:defRPr lang="en-US" sz="1200" b="0" i="0" kern="1200" dirty="0">
                <a:solidFill>
                  <a:srgbClr val="3D3C3C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defRPr sz="1200">
                <a:solidFill>
                  <a:srgbClr val="3D3C3C"/>
                </a:solidFill>
              </a:defRPr>
            </a:lvl4pPr>
            <a:lvl5pPr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E519CFCA-B445-8D46-AEAE-3AF6051D7297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3276601" y="4568143"/>
            <a:ext cx="2590800" cy="869992"/>
          </a:xfrm>
        </p:spPr>
        <p:txBody>
          <a:bodyPr/>
          <a:lstStyle>
            <a:lvl1pPr>
              <a:defRPr sz="1200">
                <a:solidFill>
                  <a:srgbClr val="3D3C3C"/>
                </a:solidFill>
              </a:defRPr>
            </a:lvl1pPr>
            <a:lvl2pPr>
              <a:defRPr sz="1200">
                <a:solidFill>
                  <a:srgbClr val="3D3C3C"/>
                </a:solidFill>
              </a:defRPr>
            </a:lvl2pPr>
            <a:lvl3pPr marL="698500" indent="-171450">
              <a:defRPr lang="en-US" sz="1200" b="0" i="0" kern="1200" dirty="0">
                <a:solidFill>
                  <a:srgbClr val="3D3C3C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defRPr sz="1200">
                <a:solidFill>
                  <a:srgbClr val="3D3C3C"/>
                </a:solidFill>
              </a:defRPr>
            </a:lvl4pPr>
            <a:lvl5pPr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4" name="Text Placeholder 2">
            <a:extLst>
              <a:ext uri="{FF2B5EF4-FFF2-40B4-BE49-F238E27FC236}">
                <a16:creationId xmlns:a16="http://schemas.microsoft.com/office/drawing/2014/main" id="{F60FF828-F1B0-E946-9A7C-82E0A6FCCE44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6324600" y="4565834"/>
            <a:ext cx="2590800" cy="869992"/>
          </a:xfrm>
        </p:spPr>
        <p:txBody>
          <a:bodyPr/>
          <a:lstStyle>
            <a:lvl1pPr>
              <a:defRPr sz="1200">
                <a:solidFill>
                  <a:srgbClr val="3D3C3C"/>
                </a:solidFill>
              </a:defRPr>
            </a:lvl1pPr>
            <a:lvl2pPr>
              <a:defRPr sz="1200">
                <a:solidFill>
                  <a:srgbClr val="3D3C3C"/>
                </a:solidFill>
              </a:defRPr>
            </a:lvl2pPr>
            <a:lvl3pPr marL="698500" indent="-171450">
              <a:defRPr lang="en-US" sz="1200" b="0" i="0" kern="1200" dirty="0">
                <a:solidFill>
                  <a:srgbClr val="3D3C3C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defRPr sz="1200">
                <a:solidFill>
                  <a:srgbClr val="3D3C3C"/>
                </a:solidFill>
              </a:defRPr>
            </a:lvl4pPr>
            <a:lvl5pPr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60CD906-D759-AD4D-84A1-E504320196B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0" y="6342513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3468151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 3 Rows + Number Icons Cloud">
    <p:bg>
      <p:bgPr>
        <a:solidFill>
          <a:srgbClr val="F2F1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D37381A-FB30-D746-B9AF-A57A9F25DEA9}"/>
              </a:ext>
            </a:extLst>
          </p:cNvPr>
          <p:cNvSpPr>
            <a:spLocks noGrp="1"/>
          </p:cNvSpPr>
          <p:nvPr>
            <p:ph type="pic" sz="quarter" idx="59" hasCustomPrompt="1"/>
          </p:nvPr>
        </p:nvSpPr>
        <p:spPr>
          <a:xfrm>
            <a:off x="6096000" y="0"/>
            <a:ext cx="6096000" cy="6853238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ADD PHOTO HERE</a:t>
            </a:r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4E6E9ED7-CE8B-DA48-86F3-1D34203D46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</a:lstStyle>
          <a:p>
            <a:fld id="{BB55D76A-9B6E-CD41-ABBE-F6C938295BA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8" name="Title 1">
            <a:extLst>
              <a:ext uri="{FF2B5EF4-FFF2-40B4-BE49-F238E27FC236}">
                <a16:creationId xmlns:a16="http://schemas.microsoft.com/office/drawing/2014/main" id="{F5C11761-C1D0-FD45-AC79-71641D4D567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600" y="294477"/>
            <a:ext cx="10439400" cy="28107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0" i="0">
                <a:solidFill>
                  <a:schemeClr val="accent1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heading here</a:t>
            </a:r>
          </a:p>
        </p:txBody>
      </p:sp>
      <p:sp>
        <p:nvSpPr>
          <p:cNvPr id="39" name="Text Placeholder 57">
            <a:extLst>
              <a:ext uri="{FF2B5EF4-FFF2-40B4-BE49-F238E27FC236}">
                <a16:creationId xmlns:a16="http://schemas.microsoft.com/office/drawing/2014/main" id="{DDDEE1BD-C0BD-D34A-98F1-DFA5B7561BAC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228600" y="714025"/>
            <a:ext cx="10439965" cy="3108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400" b="0" i="0" dirty="0" smtClean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Add subheading here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D31BCF95-4828-C34E-A775-48934DDA85DD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997069" y="1570594"/>
            <a:ext cx="3875726" cy="1073547"/>
          </a:xfrm>
        </p:spPr>
        <p:txBody>
          <a:bodyPr/>
          <a:lstStyle>
            <a:lvl1pPr>
              <a:defRPr sz="1200">
                <a:solidFill>
                  <a:srgbClr val="3D3C3C"/>
                </a:solidFill>
              </a:defRPr>
            </a:lvl1pPr>
            <a:lvl2pPr>
              <a:defRPr sz="1200">
                <a:solidFill>
                  <a:srgbClr val="3D3C3C"/>
                </a:solidFill>
              </a:defRPr>
            </a:lvl2pPr>
            <a:lvl3pPr marL="690563" indent="-163513">
              <a:buFont typeface="Courier New" panose="02070309020205020404" pitchFamily="49" charset="0"/>
              <a:buChar char="o"/>
              <a:tabLst/>
              <a:defRPr sz="1200">
                <a:solidFill>
                  <a:srgbClr val="3D3C3C"/>
                </a:solidFill>
              </a:defRPr>
            </a:lvl3pPr>
            <a:lvl4pPr>
              <a:defRPr sz="1200">
                <a:solidFill>
                  <a:srgbClr val="3D3C3C"/>
                </a:solidFill>
              </a:defRPr>
            </a:lvl4pPr>
            <a:lvl5pPr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11C685EA-27B7-5943-AD52-5E9D250433BF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1991674" y="3295366"/>
            <a:ext cx="3875726" cy="1073547"/>
          </a:xfrm>
        </p:spPr>
        <p:txBody>
          <a:bodyPr/>
          <a:lstStyle>
            <a:lvl1pPr>
              <a:defRPr sz="1200">
                <a:solidFill>
                  <a:srgbClr val="3D3C3C"/>
                </a:solidFill>
              </a:defRPr>
            </a:lvl1pPr>
            <a:lvl2pPr>
              <a:defRPr sz="1200">
                <a:solidFill>
                  <a:srgbClr val="3D3C3C"/>
                </a:solidFill>
              </a:defRPr>
            </a:lvl2pPr>
            <a:lvl3pPr marL="698500" indent="-171450">
              <a:defRPr lang="en-US" sz="1200" b="0" i="0" kern="1200" dirty="0">
                <a:solidFill>
                  <a:srgbClr val="3D3C3C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defRPr sz="1200">
                <a:solidFill>
                  <a:srgbClr val="3D3C3C"/>
                </a:solidFill>
              </a:defRPr>
            </a:lvl4pPr>
            <a:lvl5pPr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6DC45F44-6CD8-7B49-A629-42720605F70A}"/>
              </a:ext>
            </a:extLst>
          </p:cNvPr>
          <p:cNvSpPr>
            <a:spLocks noGrp="1"/>
          </p:cNvSpPr>
          <p:nvPr>
            <p:ph sz="quarter" idx="54" hasCustomPrompt="1"/>
          </p:nvPr>
        </p:nvSpPr>
        <p:spPr>
          <a:xfrm>
            <a:off x="228600" y="1553062"/>
            <a:ext cx="1536700" cy="1100342"/>
          </a:xfrm>
          <a:noFill/>
        </p:spPr>
        <p:txBody>
          <a:bodyPr/>
          <a:lstStyle>
            <a:lvl1pPr marL="0" indent="0">
              <a:buNone/>
              <a:defRPr sz="2400">
                <a:ln>
                  <a:noFill/>
                </a:ln>
                <a:solidFill>
                  <a:srgbClr val="FF462D"/>
                </a:solidFill>
              </a:defRPr>
            </a:lvl1pPr>
          </a:lstStyle>
          <a:p>
            <a:pPr lvl="0"/>
            <a:r>
              <a:rPr lang="en-US"/>
              <a:t>Add icon or text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1BBA7945-0BE1-214C-B256-608506718208}"/>
              </a:ext>
            </a:extLst>
          </p:cNvPr>
          <p:cNvSpPr>
            <a:spLocks noGrp="1"/>
          </p:cNvSpPr>
          <p:nvPr>
            <p:ph sz="quarter" idx="56" hasCustomPrompt="1"/>
          </p:nvPr>
        </p:nvSpPr>
        <p:spPr>
          <a:xfrm>
            <a:off x="228600" y="3268571"/>
            <a:ext cx="1536700" cy="1100342"/>
          </a:xfrm>
          <a:noFill/>
        </p:spPr>
        <p:txBody>
          <a:bodyPr/>
          <a:lstStyle>
            <a:lvl1pPr marL="0" indent="0">
              <a:buNone/>
              <a:defRPr sz="2400">
                <a:ln>
                  <a:noFill/>
                </a:ln>
                <a:solidFill>
                  <a:srgbClr val="FF462D"/>
                </a:solidFill>
              </a:defRPr>
            </a:lvl1pPr>
          </a:lstStyle>
          <a:p>
            <a:pPr lvl="0"/>
            <a:r>
              <a:rPr lang="en-US"/>
              <a:t>Add icon or text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0DB46209-9729-4840-B4ED-8C84D053EFC7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1991674" y="5035153"/>
            <a:ext cx="3875726" cy="1073547"/>
          </a:xfrm>
        </p:spPr>
        <p:txBody>
          <a:bodyPr/>
          <a:lstStyle>
            <a:lvl1pPr>
              <a:defRPr sz="1200">
                <a:solidFill>
                  <a:srgbClr val="3D3C3C"/>
                </a:solidFill>
              </a:defRPr>
            </a:lvl1pPr>
            <a:lvl2pPr>
              <a:defRPr sz="1200">
                <a:solidFill>
                  <a:srgbClr val="3D3C3C"/>
                </a:solidFill>
              </a:defRPr>
            </a:lvl2pPr>
            <a:lvl3pPr marL="628650" indent="-163513">
              <a:tabLst/>
              <a:defRPr lang="en-US" sz="1200" b="0" i="0" kern="1200" dirty="0">
                <a:solidFill>
                  <a:srgbClr val="3D3C3C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defRPr sz="1200">
                <a:solidFill>
                  <a:srgbClr val="3D3C3C"/>
                </a:solidFill>
              </a:defRPr>
            </a:lvl4pPr>
            <a:lvl5pPr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F423BFE5-BAFD-CA41-A643-BCE6075A4485}"/>
              </a:ext>
            </a:extLst>
          </p:cNvPr>
          <p:cNvSpPr>
            <a:spLocks noGrp="1"/>
          </p:cNvSpPr>
          <p:nvPr>
            <p:ph sz="quarter" idx="58" hasCustomPrompt="1"/>
          </p:nvPr>
        </p:nvSpPr>
        <p:spPr>
          <a:xfrm>
            <a:off x="228600" y="5008358"/>
            <a:ext cx="1536700" cy="1100342"/>
          </a:xfrm>
          <a:noFill/>
        </p:spPr>
        <p:txBody>
          <a:bodyPr/>
          <a:lstStyle>
            <a:lvl1pPr marL="0" indent="0">
              <a:buNone/>
              <a:defRPr sz="2400">
                <a:ln>
                  <a:noFill/>
                </a:ln>
                <a:solidFill>
                  <a:srgbClr val="FF462D"/>
                </a:solidFill>
              </a:defRPr>
            </a:lvl1pPr>
          </a:lstStyle>
          <a:p>
            <a:pPr lvl="0"/>
            <a:r>
              <a:rPr lang="en-US"/>
              <a:t>Add icon or text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02AD82E-B149-723E-0AF7-6B9D1D43052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0" y="6342513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3773058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 Icons List ">
    <p:bg>
      <p:bgPr>
        <a:solidFill>
          <a:srgbClr val="F2F1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7">
            <a:extLst>
              <a:ext uri="{FF2B5EF4-FFF2-40B4-BE49-F238E27FC236}">
                <a16:creationId xmlns:a16="http://schemas.microsoft.com/office/drawing/2014/main" id="{EAA83C25-A7D5-C44E-BC03-EABD420FC337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3275642" y="1457036"/>
            <a:ext cx="912044" cy="81831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PLACE ICON HERE</a:t>
            </a:r>
          </a:p>
        </p:txBody>
      </p:sp>
      <p:sp>
        <p:nvSpPr>
          <p:cNvPr id="21" name="Picture Placeholder 7">
            <a:extLst>
              <a:ext uri="{FF2B5EF4-FFF2-40B4-BE49-F238E27FC236}">
                <a16:creationId xmlns:a16="http://schemas.microsoft.com/office/drawing/2014/main" id="{1C3320EC-C702-784B-966E-56589D005226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6327091" y="1457036"/>
            <a:ext cx="912043" cy="81831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PLACE ICON HERE</a:t>
            </a:r>
          </a:p>
        </p:txBody>
      </p:sp>
      <p:sp>
        <p:nvSpPr>
          <p:cNvPr id="22" name="Picture Placeholder 7">
            <a:extLst>
              <a:ext uri="{FF2B5EF4-FFF2-40B4-BE49-F238E27FC236}">
                <a16:creationId xmlns:a16="http://schemas.microsoft.com/office/drawing/2014/main" id="{4404D43E-76A6-4948-9A3B-149BCDDC8C7A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9379614" y="1457036"/>
            <a:ext cx="910693" cy="81831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PLACE ICON HERE</a:t>
            </a:r>
          </a:p>
        </p:txBody>
      </p:sp>
      <p:sp>
        <p:nvSpPr>
          <p:cNvPr id="23" name="Picture Placeholder 7">
            <a:extLst>
              <a:ext uri="{FF2B5EF4-FFF2-40B4-BE49-F238E27FC236}">
                <a16:creationId xmlns:a16="http://schemas.microsoft.com/office/drawing/2014/main" id="{72FB2A4E-1B5D-FF46-A012-D1DF01E24703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3275642" y="3727596"/>
            <a:ext cx="912044" cy="81831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PLACE ICON HERE</a:t>
            </a:r>
          </a:p>
        </p:txBody>
      </p:sp>
      <p:sp>
        <p:nvSpPr>
          <p:cNvPr id="24" name="Picture Placeholder 7">
            <a:extLst>
              <a:ext uri="{FF2B5EF4-FFF2-40B4-BE49-F238E27FC236}">
                <a16:creationId xmlns:a16="http://schemas.microsoft.com/office/drawing/2014/main" id="{B0DC0B18-D14B-A540-91A5-DB1C9ED122B4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6327091" y="3727596"/>
            <a:ext cx="912043" cy="81831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PLACE ICON HERE</a:t>
            </a:r>
          </a:p>
        </p:txBody>
      </p:sp>
      <p:sp>
        <p:nvSpPr>
          <p:cNvPr id="26" name="Picture Placeholder 7">
            <a:extLst>
              <a:ext uri="{FF2B5EF4-FFF2-40B4-BE49-F238E27FC236}">
                <a16:creationId xmlns:a16="http://schemas.microsoft.com/office/drawing/2014/main" id="{CD67EB63-28F4-E040-9A84-8011CD7C8FE5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9379614" y="3727596"/>
            <a:ext cx="910693" cy="81831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PLACE ICON HERE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1FBCF938-EB1F-E842-88D8-795586C115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</a:lstStyle>
          <a:p>
            <a:fld id="{BB55D76A-9B6E-CD41-ABBE-F6C938295BA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6" name="Title 1">
            <a:extLst>
              <a:ext uri="{FF2B5EF4-FFF2-40B4-BE49-F238E27FC236}">
                <a16:creationId xmlns:a16="http://schemas.microsoft.com/office/drawing/2014/main" id="{B96B7D0F-251B-FD43-BCB7-CB20958C0B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600" y="294477"/>
            <a:ext cx="2590800" cy="28107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0" i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heading here</a:t>
            </a:r>
          </a:p>
        </p:txBody>
      </p:sp>
      <p:sp>
        <p:nvSpPr>
          <p:cNvPr id="38" name="Text Placeholder 2">
            <a:extLst>
              <a:ext uri="{FF2B5EF4-FFF2-40B4-BE49-F238E27FC236}">
                <a16:creationId xmlns:a16="http://schemas.microsoft.com/office/drawing/2014/main" id="{37F4BA20-7EA4-D548-8BDD-288F2CD56CA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276599" y="2292309"/>
            <a:ext cx="2594641" cy="869992"/>
          </a:xfrm>
        </p:spPr>
        <p:txBody>
          <a:bodyPr/>
          <a:lstStyle>
            <a:lvl1pPr>
              <a:defRPr sz="1200">
                <a:solidFill>
                  <a:srgbClr val="3D3C3C"/>
                </a:solidFill>
              </a:defRPr>
            </a:lvl1pPr>
            <a:lvl2pPr>
              <a:defRPr sz="1200">
                <a:solidFill>
                  <a:srgbClr val="3D3C3C"/>
                </a:solidFill>
              </a:defRPr>
            </a:lvl2pPr>
            <a:lvl3pPr marL="690563" indent="-163513">
              <a:buFont typeface="Courier New" panose="02070309020205020404" pitchFamily="49" charset="0"/>
              <a:buChar char="o"/>
              <a:tabLst/>
              <a:defRPr sz="1200">
                <a:solidFill>
                  <a:srgbClr val="3D3C3C"/>
                </a:solidFill>
              </a:defRPr>
            </a:lvl3pPr>
            <a:lvl4pPr>
              <a:defRPr sz="1200">
                <a:solidFill>
                  <a:srgbClr val="3D3C3C"/>
                </a:solidFill>
              </a:defRPr>
            </a:lvl4pPr>
            <a:lvl5pPr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2">
            <a:extLst>
              <a:ext uri="{FF2B5EF4-FFF2-40B4-BE49-F238E27FC236}">
                <a16:creationId xmlns:a16="http://schemas.microsoft.com/office/drawing/2014/main" id="{49F3F735-7447-7F4C-9666-191D8DB32FD4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6324600" y="2292309"/>
            <a:ext cx="2594641" cy="869992"/>
          </a:xfrm>
        </p:spPr>
        <p:txBody>
          <a:bodyPr/>
          <a:lstStyle>
            <a:lvl1pPr>
              <a:defRPr sz="1200">
                <a:solidFill>
                  <a:srgbClr val="3D3C3C"/>
                </a:solidFill>
              </a:defRPr>
            </a:lvl1pPr>
            <a:lvl2pPr>
              <a:defRPr sz="1200">
                <a:solidFill>
                  <a:srgbClr val="3D3C3C"/>
                </a:solidFill>
              </a:defRPr>
            </a:lvl2pPr>
            <a:lvl3pPr marL="698500" indent="-171450">
              <a:defRPr lang="en-US" sz="1200" b="0" i="0" kern="1200" dirty="0">
                <a:solidFill>
                  <a:srgbClr val="3D3C3C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defRPr sz="1200">
                <a:solidFill>
                  <a:srgbClr val="3D3C3C"/>
                </a:solidFill>
              </a:defRPr>
            </a:lvl4pPr>
            <a:lvl5pPr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909D859B-5629-A343-B124-724E2D22216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379614" y="2292309"/>
            <a:ext cx="2590800" cy="869992"/>
          </a:xfrm>
        </p:spPr>
        <p:txBody>
          <a:bodyPr/>
          <a:lstStyle>
            <a:lvl1pPr>
              <a:defRPr sz="1200">
                <a:solidFill>
                  <a:srgbClr val="3D3C3C"/>
                </a:solidFill>
              </a:defRPr>
            </a:lvl1pPr>
            <a:lvl2pPr>
              <a:defRPr sz="1200">
                <a:solidFill>
                  <a:srgbClr val="3D3C3C"/>
                </a:solidFill>
              </a:defRPr>
            </a:lvl2pPr>
            <a:lvl3pPr marL="698500" indent="-171450">
              <a:defRPr lang="en-US" sz="1200" b="0" i="0" kern="1200" dirty="0">
                <a:solidFill>
                  <a:srgbClr val="3D3C3C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defRPr sz="1200">
                <a:solidFill>
                  <a:srgbClr val="3D3C3C"/>
                </a:solidFill>
              </a:defRPr>
            </a:lvl4pPr>
            <a:lvl5pPr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2" name="Text Placeholder 2">
            <a:extLst>
              <a:ext uri="{FF2B5EF4-FFF2-40B4-BE49-F238E27FC236}">
                <a16:creationId xmlns:a16="http://schemas.microsoft.com/office/drawing/2014/main" id="{F79B734D-A981-F249-B5AD-DD37EA9B21F9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276599" y="4565834"/>
            <a:ext cx="2594641" cy="869992"/>
          </a:xfrm>
        </p:spPr>
        <p:txBody>
          <a:bodyPr/>
          <a:lstStyle>
            <a:lvl1pPr>
              <a:defRPr sz="1200">
                <a:solidFill>
                  <a:srgbClr val="3D3C3C"/>
                </a:solidFill>
              </a:defRPr>
            </a:lvl1pPr>
            <a:lvl2pPr>
              <a:defRPr sz="1200">
                <a:solidFill>
                  <a:srgbClr val="3D3C3C"/>
                </a:solidFill>
              </a:defRPr>
            </a:lvl2pPr>
            <a:lvl3pPr marL="698500" indent="-171450">
              <a:defRPr lang="en-US" sz="1200" b="0" i="0" kern="1200" dirty="0">
                <a:solidFill>
                  <a:srgbClr val="3D3C3C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defRPr sz="1200">
                <a:solidFill>
                  <a:srgbClr val="3D3C3C"/>
                </a:solidFill>
              </a:defRPr>
            </a:lvl4pPr>
            <a:lvl5pPr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E519CFCA-B445-8D46-AEAE-3AF6051D7297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24600" y="4565834"/>
            <a:ext cx="2594641" cy="869992"/>
          </a:xfrm>
        </p:spPr>
        <p:txBody>
          <a:bodyPr/>
          <a:lstStyle>
            <a:lvl1pPr>
              <a:defRPr sz="1200">
                <a:solidFill>
                  <a:srgbClr val="3D3C3C"/>
                </a:solidFill>
              </a:defRPr>
            </a:lvl1pPr>
            <a:lvl2pPr>
              <a:defRPr sz="1200">
                <a:solidFill>
                  <a:srgbClr val="3D3C3C"/>
                </a:solidFill>
              </a:defRPr>
            </a:lvl2pPr>
            <a:lvl3pPr marL="698500" indent="-171450">
              <a:defRPr lang="en-US" sz="1200" b="0" i="0" kern="1200" dirty="0">
                <a:solidFill>
                  <a:srgbClr val="3D3C3C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defRPr sz="1200">
                <a:solidFill>
                  <a:srgbClr val="3D3C3C"/>
                </a:solidFill>
              </a:defRPr>
            </a:lvl4pPr>
            <a:lvl5pPr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4" name="Text Placeholder 2">
            <a:extLst>
              <a:ext uri="{FF2B5EF4-FFF2-40B4-BE49-F238E27FC236}">
                <a16:creationId xmlns:a16="http://schemas.microsoft.com/office/drawing/2014/main" id="{F60FF828-F1B0-E946-9A7C-82E0A6FCCE44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379614" y="4565834"/>
            <a:ext cx="2590800" cy="869992"/>
          </a:xfrm>
        </p:spPr>
        <p:txBody>
          <a:bodyPr/>
          <a:lstStyle>
            <a:lvl1pPr>
              <a:defRPr sz="1200">
                <a:solidFill>
                  <a:srgbClr val="3D3C3C"/>
                </a:solidFill>
              </a:defRPr>
            </a:lvl1pPr>
            <a:lvl2pPr>
              <a:defRPr sz="1200">
                <a:solidFill>
                  <a:srgbClr val="3D3C3C"/>
                </a:solidFill>
              </a:defRPr>
            </a:lvl2pPr>
            <a:lvl3pPr marL="698500" indent="-171450">
              <a:defRPr lang="en-US" sz="1200" b="0" i="0" kern="1200" dirty="0">
                <a:solidFill>
                  <a:srgbClr val="3D3C3C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defRPr sz="1200">
                <a:solidFill>
                  <a:srgbClr val="3D3C3C"/>
                </a:solidFill>
              </a:defRPr>
            </a:lvl4pPr>
            <a:lvl5pPr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284707C-DD76-403C-8AF4-6C761F23CDD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0" y="6342513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4875982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 icons numbers">
    <p:bg>
      <p:bgPr>
        <a:solidFill>
          <a:srgbClr val="F2F1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1FBCF938-EB1F-E842-88D8-795586C115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</a:lstStyle>
          <a:p>
            <a:fld id="{BB55D76A-9B6E-CD41-ABBE-F6C938295BA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6" name="Title 1">
            <a:extLst>
              <a:ext uri="{FF2B5EF4-FFF2-40B4-BE49-F238E27FC236}">
                <a16:creationId xmlns:a16="http://schemas.microsoft.com/office/drawing/2014/main" id="{B96B7D0F-251B-FD43-BCB7-CB20958C0B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599" y="294477"/>
            <a:ext cx="2819401" cy="28107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0" i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heading here</a:t>
            </a:r>
          </a:p>
        </p:txBody>
      </p:sp>
      <p:sp>
        <p:nvSpPr>
          <p:cNvPr id="37" name="Text Placeholder 57">
            <a:extLst>
              <a:ext uri="{FF2B5EF4-FFF2-40B4-BE49-F238E27FC236}">
                <a16:creationId xmlns:a16="http://schemas.microsoft.com/office/drawing/2014/main" id="{84B35694-6A50-2E4B-A859-D0BD696C8081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228600" y="714025"/>
            <a:ext cx="2819554" cy="3108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400" b="0" i="0" dirty="0" smtClean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Add subheading here</a:t>
            </a:r>
          </a:p>
        </p:txBody>
      </p:sp>
      <p:sp>
        <p:nvSpPr>
          <p:cNvPr id="38" name="Text Placeholder 2">
            <a:extLst>
              <a:ext uri="{FF2B5EF4-FFF2-40B4-BE49-F238E27FC236}">
                <a16:creationId xmlns:a16="http://schemas.microsoft.com/office/drawing/2014/main" id="{37F4BA20-7EA4-D548-8BDD-288F2CD56CA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276600" y="1338688"/>
            <a:ext cx="2590800" cy="4681111"/>
          </a:xfrm>
        </p:spPr>
        <p:txBody>
          <a:bodyPr/>
          <a:lstStyle>
            <a:lvl1pPr>
              <a:defRPr sz="1200">
                <a:solidFill>
                  <a:srgbClr val="3D3C3C"/>
                </a:solidFill>
              </a:defRPr>
            </a:lvl1pPr>
            <a:lvl2pPr>
              <a:defRPr sz="1200">
                <a:solidFill>
                  <a:srgbClr val="3D3C3C"/>
                </a:solidFill>
              </a:defRPr>
            </a:lvl2pPr>
            <a:lvl3pPr marL="690563" indent="-163513">
              <a:buFont typeface="Courier New" panose="02070309020205020404" pitchFamily="49" charset="0"/>
              <a:buChar char="o"/>
              <a:tabLst/>
              <a:defRPr sz="1200">
                <a:solidFill>
                  <a:srgbClr val="3D3C3C"/>
                </a:solidFill>
              </a:defRPr>
            </a:lvl3pPr>
            <a:lvl4pPr>
              <a:defRPr sz="1200">
                <a:solidFill>
                  <a:srgbClr val="3D3C3C"/>
                </a:solidFill>
              </a:defRPr>
            </a:lvl4pPr>
            <a:lvl5pPr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2">
            <a:extLst>
              <a:ext uri="{FF2B5EF4-FFF2-40B4-BE49-F238E27FC236}">
                <a16:creationId xmlns:a16="http://schemas.microsoft.com/office/drawing/2014/main" id="{49F3F735-7447-7F4C-9666-191D8DB32FD4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6326520" y="1338688"/>
            <a:ext cx="2590800" cy="4681111"/>
          </a:xfrm>
        </p:spPr>
        <p:txBody>
          <a:bodyPr/>
          <a:lstStyle>
            <a:lvl1pPr>
              <a:defRPr sz="1200">
                <a:solidFill>
                  <a:srgbClr val="3D3C3C"/>
                </a:solidFill>
              </a:defRPr>
            </a:lvl1pPr>
            <a:lvl2pPr>
              <a:defRPr sz="1200">
                <a:solidFill>
                  <a:srgbClr val="3D3C3C"/>
                </a:solidFill>
              </a:defRPr>
            </a:lvl2pPr>
            <a:lvl3pPr marL="698500" indent="-171450">
              <a:defRPr lang="en-US" sz="1200" b="0" i="0" kern="1200" dirty="0">
                <a:solidFill>
                  <a:srgbClr val="3D3C3C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defRPr sz="1200">
                <a:solidFill>
                  <a:srgbClr val="3D3C3C"/>
                </a:solidFill>
              </a:defRPr>
            </a:lvl4pPr>
            <a:lvl5pPr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909D859B-5629-A343-B124-724E2D22216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372600" y="1338688"/>
            <a:ext cx="2590800" cy="4681111"/>
          </a:xfrm>
        </p:spPr>
        <p:txBody>
          <a:bodyPr/>
          <a:lstStyle>
            <a:lvl1pPr>
              <a:defRPr sz="1200">
                <a:solidFill>
                  <a:srgbClr val="3D3C3C"/>
                </a:solidFill>
              </a:defRPr>
            </a:lvl1pPr>
            <a:lvl2pPr>
              <a:defRPr sz="1200">
                <a:solidFill>
                  <a:srgbClr val="3D3C3C"/>
                </a:solidFill>
              </a:defRPr>
            </a:lvl2pPr>
            <a:lvl3pPr marL="698500" indent="-171450">
              <a:defRPr lang="en-US" sz="1200" b="0" i="0" kern="1200" dirty="0">
                <a:solidFill>
                  <a:srgbClr val="3D3C3C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defRPr sz="1200">
                <a:solidFill>
                  <a:srgbClr val="3D3C3C"/>
                </a:solidFill>
              </a:defRPr>
            </a:lvl4pPr>
            <a:lvl5pPr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DCEB27A4-334A-A14E-ABCB-FF0FE4C45437}"/>
              </a:ext>
            </a:extLst>
          </p:cNvPr>
          <p:cNvSpPr>
            <a:spLocks noGrp="1"/>
          </p:cNvSpPr>
          <p:nvPr>
            <p:ph sz="quarter" idx="54" hasCustomPrompt="1"/>
          </p:nvPr>
        </p:nvSpPr>
        <p:spPr>
          <a:xfrm>
            <a:off x="3276599" y="306073"/>
            <a:ext cx="2590799" cy="593087"/>
          </a:xfrm>
        </p:spPr>
        <p:txBody>
          <a:bodyPr/>
          <a:lstStyle>
            <a:lvl1pPr marL="0" indent="0">
              <a:buNone/>
              <a:defRPr sz="2400">
                <a:ln>
                  <a:noFill/>
                </a:ln>
                <a:solidFill>
                  <a:srgbClr val="042315"/>
                </a:solidFill>
              </a:defRPr>
            </a:lvl1pPr>
          </a:lstStyle>
          <a:p>
            <a:pPr lvl="0"/>
            <a:r>
              <a:rPr lang="en-US"/>
              <a:t>Add icon or text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64DC4447-B143-E64A-B37F-4CA9ECB1087D}"/>
              </a:ext>
            </a:extLst>
          </p:cNvPr>
          <p:cNvSpPr>
            <a:spLocks noGrp="1"/>
          </p:cNvSpPr>
          <p:nvPr>
            <p:ph sz="quarter" idx="55" hasCustomPrompt="1"/>
          </p:nvPr>
        </p:nvSpPr>
        <p:spPr>
          <a:xfrm>
            <a:off x="6326520" y="306073"/>
            <a:ext cx="2590799" cy="593087"/>
          </a:xfrm>
        </p:spPr>
        <p:txBody>
          <a:bodyPr/>
          <a:lstStyle>
            <a:lvl1pPr marL="0" indent="0">
              <a:buNone/>
              <a:defRPr sz="2400">
                <a:ln>
                  <a:noFill/>
                </a:ln>
                <a:solidFill>
                  <a:srgbClr val="042315"/>
                </a:solidFill>
              </a:defRPr>
            </a:lvl1pPr>
          </a:lstStyle>
          <a:p>
            <a:pPr lvl="0"/>
            <a:r>
              <a:rPr lang="en-US"/>
              <a:t>Add icon or text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0E40A1C0-99AC-9E4D-A44D-319D057C0A41}"/>
              </a:ext>
            </a:extLst>
          </p:cNvPr>
          <p:cNvSpPr>
            <a:spLocks noGrp="1"/>
          </p:cNvSpPr>
          <p:nvPr>
            <p:ph sz="quarter" idx="56" hasCustomPrompt="1"/>
          </p:nvPr>
        </p:nvSpPr>
        <p:spPr>
          <a:xfrm>
            <a:off x="9369073" y="306073"/>
            <a:ext cx="2590799" cy="593087"/>
          </a:xfrm>
        </p:spPr>
        <p:txBody>
          <a:bodyPr/>
          <a:lstStyle>
            <a:lvl1pPr marL="0" indent="0">
              <a:buNone/>
              <a:defRPr sz="2400">
                <a:ln>
                  <a:noFill/>
                </a:ln>
                <a:solidFill>
                  <a:srgbClr val="042315"/>
                </a:solidFill>
              </a:defRPr>
            </a:lvl1pPr>
          </a:lstStyle>
          <a:p>
            <a:pPr lvl="0"/>
            <a:r>
              <a:rPr lang="en-US"/>
              <a:t>Add icon or text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52C66027-8C58-2E48-AF9C-F509505FA3B3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276600" y="1039283"/>
            <a:ext cx="2590800" cy="299406"/>
          </a:xfrm>
        </p:spPr>
        <p:txBody>
          <a:bodyPr/>
          <a:lstStyle>
            <a:lvl1pPr marL="0" indent="0">
              <a:buNone/>
              <a:defRPr sz="1400" b="1">
                <a:solidFill>
                  <a:srgbClr val="FF462D"/>
                </a:solidFill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Subheading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CC59EC9-E651-6C4B-B488-6E5FFEAB7E55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6326520" y="1039283"/>
            <a:ext cx="2590800" cy="299406"/>
          </a:xfrm>
        </p:spPr>
        <p:txBody>
          <a:bodyPr/>
          <a:lstStyle>
            <a:lvl1pPr marL="0" indent="0">
              <a:buNone/>
              <a:defRPr sz="1400" b="1">
                <a:solidFill>
                  <a:srgbClr val="FF462D"/>
                </a:solidFill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Subheading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0E24D388-4045-7548-AF64-526E9A4406E8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9373643" y="1039283"/>
            <a:ext cx="2590800" cy="299406"/>
          </a:xfrm>
        </p:spPr>
        <p:txBody>
          <a:bodyPr/>
          <a:lstStyle>
            <a:lvl1pPr marL="0" indent="0">
              <a:buNone/>
              <a:defRPr sz="1400" b="1">
                <a:solidFill>
                  <a:srgbClr val="FF462D"/>
                </a:solidFill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Subheading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6CB4BC5-C2BB-A3DC-A6B8-3F56E075E53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0" y="6342513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2076728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4 Per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CB3700A0-29DE-834A-B6C2-E3D4696E5DD5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228600" y="1714500"/>
            <a:ext cx="2590798" cy="262413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PHOTO HERE</a:t>
            </a:r>
          </a:p>
        </p:txBody>
      </p:sp>
      <p:sp>
        <p:nvSpPr>
          <p:cNvPr id="12" name="Picture Placeholder 5">
            <a:extLst>
              <a:ext uri="{FF2B5EF4-FFF2-40B4-BE49-F238E27FC236}">
                <a16:creationId xmlns:a16="http://schemas.microsoft.com/office/drawing/2014/main" id="{FB033EB2-943A-4B45-BCB7-8F690C8C2FA8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3276603" y="1714500"/>
            <a:ext cx="2590792" cy="262413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PHOTO HERE</a:t>
            </a:r>
          </a:p>
        </p:txBody>
      </p:sp>
      <p:sp>
        <p:nvSpPr>
          <p:cNvPr id="13" name="Picture Placeholder 5">
            <a:extLst>
              <a:ext uri="{FF2B5EF4-FFF2-40B4-BE49-F238E27FC236}">
                <a16:creationId xmlns:a16="http://schemas.microsoft.com/office/drawing/2014/main" id="{0A8E385F-9F3A-F34C-B402-8E3D0FAF6512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6324598" y="1714570"/>
            <a:ext cx="2590798" cy="262413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PHOTO HERE</a:t>
            </a:r>
          </a:p>
        </p:txBody>
      </p:sp>
      <p:sp>
        <p:nvSpPr>
          <p:cNvPr id="14" name="Picture Placeholder 5">
            <a:extLst>
              <a:ext uri="{FF2B5EF4-FFF2-40B4-BE49-F238E27FC236}">
                <a16:creationId xmlns:a16="http://schemas.microsoft.com/office/drawing/2014/main" id="{F3F9DA77-6808-2944-8C0A-444E071E4599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9372600" y="1714500"/>
            <a:ext cx="2590798" cy="262413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PHOTO HERE</a:t>
            </a:r>
          </a:p>
        </p:txBody>
      </p:sp>
      <p:sp>
        <p:nvSpPr>
          <p:cNvPr id="16" name="Text Placeholder 57">
            <a:extLst>
              <a:ext uri="{FF2B5EF4-FFF2-40B4-BE49-F238E27FC236}">
                <a16:creationId xmlns:a16="http://schemas.microsoft.com/office/drawing/2014/main" id="{B2B820F6-126F-8149-B82A-8DD59FF7452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28600" y="4497479"/>
            <a:ext cx="2590798" cy="28257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>
              <a:buNone/>
              <a:defRPr lang="en-US" sz="1600" b="0" i="0" dirty="0" smtClean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Name Last</a:t>
            </a:r>
          </a:p>
        </p:txBody>
      </p:sp>
      <p:sp>
        <p:nvSpPr>
          <p:cNvPr id="17" name="Text Placeholder 57">
            <a:extLst>
              <a:ext uri="{FF2B5EF4-FFF2-40B4-BE49-F238E27FC236}">
                <a16:creationId xmlns:a16="http://schemas.microsoft.com/office/drawing/2014/main" id="{6ABDDB77-D01D-2D45-AB6A-133D17B19CC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28600" y="4822803"/>
            <a:ext cx="2590798" cy="28257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>
              <a:buNone/>
              <a:defRPr lang="en-US" sz="1600" b="0" i="0" dirty="0" smtClean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Job title</a:t>
            </a:r>
          </a:p>
        </p:txBody>
      </p:sp>
      <p:sp>
        <p:nvSpPr>
          <p:cNvPr id="18" name="Text Placeholder 57">
            <a:extLst>
              <a:ext uri="{FF2B5EF4-FFF2-40B4-BE49-F238E27FC236}">
                <a16:creationId xmlns:a16="http://schemas.microsoft.com/office/drawing/2014/main" id="{FF1B4342-A191-6046-A5F0-BFF28F19A6B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276603" y="4497479"/>
            <a:ext cx="2590792" cy="28257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>
              <a:buNone/>
              <a:defRPr lang="en-US" sz="1600" b="0" i="0" dirty="0" smtClean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Name Last</a:t>
            </a:r>
          </a:p>
        </p:txBody>
      </p:sp>
      <p:sp>
        <p:nvSpPr>
          <p:cNvPr id="19" name="Text Placeholder 57">
            <a:extLst>
              <a:ext uri="{FF2B5EF4-FFF2-40B4-BE49-F238E27FC236}">
                <a16:creationId xmlns:a16="http://schemas.microsoft.com/office/drawing/2014/main" id="{B1600CC4-0E13-0843-97B2-BA2085875C3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276603" y="4822803"/>
            <a:ext cx="2590792" cy="28257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>
              <a:buNone/>
              <a:defRPr lang="en-US" sz="1600" b="0" i="0" dirty="0" smtClean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Job title</a:t>
            </a:r>
          </a:p>
        </p:txBody>
      </p:sp>
      <p:sp>
        <p:nvSpPr>
          <p:cNvPr id="20" name="Text Placeholder 57">
            <a:extLst>
              <a:ext uri="{FF2B5EF4-FFF2-40B4-BE49-F238E27FC236}">
                <a16:creationId xmlns:a16="http://schemas.microsoft.com/office/drawing/2014/main" id="{5E8E0B01-55EB-4048-BB54-664B94BD7B1B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324598" y="4497549"/>
            <a:ext cx="2590798" cy="28257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>
              <a:buNone/>
              <a:defRPr lang="en-US" sz="1600" b="0" i="0" dirty="0" smtClean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Name Last</a:t>
            </a:r>
          </a:p>
        </p:txBody>
      </p:sp>
      <p:sp>
        <p:nvSpPr>
          <p:cNvPr id="21" name="Text Placeholder 57">
            <a:extLst>
              <a:ext uri="{FF2B5EF4-FFF2-40B4-BE49-F238E27FC236}">
                <a16:creationId xmlns:a16="http://schemas.microsoft.com/office/drawing/2014/main" id="{BC7BECD0-75FF-3042-BDE3-94019E61C038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324598" y="4822873"/>
            <a:ext cx="2590798" cy="28257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>
              <a:buNone/>
              <a:defRPr lang="en-US" sz="1600" b="0" i="0" dirty="0" smtClean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Job title</a:t>
            </a:r>
          </a:p>
        </p:txBody>
      </p:sp>
      <p:sp>
        <p:nvSpPr>
          <p:cNvPr id="22" name="Text Placeholder 57">
            <a:extLst>
              <a:ext uri="{FF2B5EF4-FFF2-40B4-BE49-F238E27FC236}">
                <a16:creationId xmlns:a16="http://schemas.microsoft.com/office/drawing/2014/main" id="{8A6F00F2-D50A-574E-A221-C293AC5D87F9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372600" y="4497479"/>
            <a:ext cx="2590798" cy="28257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>
              <a:buNone/>
              <a:defRPr lang="en-US" sz="1600" b="0" i="0" dirty="0" smtClean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Name Last</a:t>
            </a:r>
          </a:p>
        </p:txBody>
      </p:sp>
      <p:sp>
        <p:nvSpPr>
          <p:cNvPr id="23" name="Text Placeholder 57">
            <a:extLst>
              <a:ext uri="{FF2B5EF4-FFF2-40B4-BE49-F238E27FC236}">
                <a16:creationId xmlns:a16="http://schemas.microsoft.com/office/drawing/2014/main" id="{E8139806-FAC2-774B-8754-D3B9129FDC3D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372600" y="4822803"/>
            <a:ext cx="2590798" cy="28257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>
              <a:buNone/>
              <a:defRPr lang="en-US" sz="1600" b="0" i="0" dirty="0" smtClean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Job title</a:t>
            </a:r>
          </a:p>
        </p:txBody>
      </p:sp>
      <p:sp>
        <p:nvSpPr>
          <p:cNvPr id="27" name="Slide Number Placeholder 5">
            <a:extLst>
              <a:ext uri="{FF2B5EF4-FFF2-40B4-BE49-F238E27FC236}">
                <a16:creationId xmlns:a16="http://schemas.microsoft.com/office/drawing/2014/main" id="{0B36663A-F467-DB43-B684-1727EE9E42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</a:lstStyle>
          <a:p>
            <a:fld id="{BB55D76A-9B6E-CD41-ABBE-F6C938295BA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7D3CF3FA-A4EE-3A4E-94C5-46B3773C1C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599" y="294477"/>
            <a:ext cx="10439401" cy="28107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0" i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heading here</a:t>
            </a:r>
          </a:p>
        </p:txBody>
      </p:sp>
      <p:sp>
        <p:nvSpPr>
          <p:cNvPr id="32" name="Text Placeholder 57">
            <a:extLst>
              <a:ext uri="{FF2B5EF4-FFF2-40B4-BE49-F238E27FC236}">
                <a16:creationId xmlns:a16="http://schemas.microsoft.com/office/drawing/2014/main" id="{9BC898E2-BCBF-4446-BABF-861D604C679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228600" y="714025"/>
            <a:ext cx="10439966" cy="3108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400" b="0" i="0" dirty="0" smtClean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Add subheading here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93A9CA1-74CC-30CE-3AC1-58A03188B4D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0" y="6342513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4652819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4-8 Per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CB3700A0-29DE-834A-B6C2-E3D4696E5DD5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233819" y="1714499"/>
            <a:ext cx="1512000" cy="1528887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b="0" i="0"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PHOTO HERE</a:t>
            </a:r>
          </a:p>
        </p:txBody>
      </p:sp>
      <p:sp>
        <p:nvSpPr>
          <p:cNvPr id="12" name="Picture Placeholder 5">
            <a:extLst>
              <a:ext uri="{FF2B5EF4-FFF2-40B4-BE49-F238E27FC236}">
                <a16:creationId xmlns:a16="http://schemas.microsoft.com/office/drawing/2014/main" id="{FB033EB2-943A-4B45-BCB7-8F690C8C2FA8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2819400" y="1714500"/>
            <a:ext cx="1512000" cy="1528887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b="0" i="0">
                <a:latin typeface="TWK Everett" panose="020B0204000000000000" pitchFamily="34" charset="77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ADD PHOTO HERE</a:t>
            </a:r>
          </a:p>
        </p:txBody>
      </p:sp>
      <p:sp>
        <p:nvSpPr>
          <p:cNvPr id="13" name="Picture Placeholder 5">
            <a:extLst>
              <a:ext uri="{FF2B5EF4-FFF2-40B4-BE49-F238E27FC236}">
                <a16:creationId xmlns:a16="http://schemas.microsoft.com/office/drawing/2014/main" id="{0A8E385F-9F3A-F34C-B402-8E3D0FAF6512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4575437" y="1714500"/>
            <a:ext cx="1512000" cy="1528887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b="0" i="0">
                <a:latin typeface="TWK Everett" panose="020B0204000000000000" pitchFamily="34" charset="77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ADD PHOTO HERE</a:t>
            </a:r>
          </a:p>
        </p:txBody>
      </p:sp>
      <p:sp>
        <p:nvSpPr>
          <p:cNvPr id="14" name="Picture Placeholder 5">
            <a:extLst>
              <a:ext uri="{FF2B5EF4-FFF2-40B4-BE49-F238E27FC236}">
                <a16:creationId xmlns:a16="http://schemas.microsoft.com/office/drawing/2014/main" id="{F3F9DA77-6808-2944-8C0A-444E071E4599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7627572" y="1714500"/>
            <a:ext cx="1512000" cy="1528887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b="0" i="0">
                <a:latin typeface="TWK Everett" panose="020B0204000000000000" pitchFamily="34" charset="77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ADD PHOTO HERE</a:t>
            </a:r>
          </a:p>
        </p:txBody>
      </p:sp>
      <p:sp>
        <p:nvSpPr>
          <p:cNvPr id="16" name="Text Placeholder 57">
            <a:extLst>
              <a:ext uri="{FF2B5EF4-FFF2-40B4-BE49-F238E27FC236}">
                <a16:creationId xmlns:a16="http://schemas.microsoft.com/office/drawing/2014/main" id="{B2B820F6-126F-8149-B82A-8DD59FF7452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33820" y="3395323"/>
            <a:ext cx="1512000" cy="27717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sz="1400" b="0" i="0" dirty="0" smtClean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Name Last</a:t>
            </a:r>
          </a:p>
        </p:txBody>
      </p:sp>
      <p:sp>
        <p:nvSpPr>
          <p:cNvPr id="17" name="Text Placeholder 57">
            <a:extLst>
              <a:ext uri="{FF2B5EF4-FFF2-40B4-BE49-F238E27FC236}">
                <a16:creationId xmlns:a16="http://schemas.microsoft.com/office/drawing/2014/main" id="{6ABDDB77-D01D-2D45-AB6A-133D17B19CC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33820" y="3734391"/>
            <a:ext cx="1512000" cy="23238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sz="1400" b="0" i="0" dirty="0" smtClean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Job title</a:t>
            </a:r>
          </a:p>
        </p:txBody>
      </p:sp>
      <p:sp>
        <p:nvSpPr>
          <p:cNvPr id="18" name="Text Placeholder 57">
            <a:extLst>
              <a:ext uri="{FF2B5EF4-FFF2-40B4-BE49-F238E27FC236}">
                <a16:creationId xmlns:a16="http://schemas.microsoft.com/office/drawing/2014/main" id="{FF1B4342-A191-6046-A5F0-BFF28F19A6B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2819413" y="3395323"/>
            <a:ext cx="1512000" cy="31312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sz="1400" b="0" i="0" dirty="0" smtClean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Name Last</a:t>
            </a:r>
          </a:p>
        </p:txBody>
      </p:sp>
      <p:sp>
        <p:nvSpPr>
          <p:cNvPr id="19" name="Text Placeholder 57">
            <a:extLst>
              <a:ext uri="{FF2B5EF4-FFF2-40B4-BE49-F238E27FC236}">
                <a16:creationId xmlns:a16="http://schemas.microsoft.com/office/drawing/2014/main" id="{B1600CC4-0E13-0843-97B2-BA2085875C3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819413" y="3689602"/>
            <a:ext cx="1512000" cy="31312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sz="1400" b="0" i="0" dirty="0" smtClean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Job title</a:t>
            </a:r>
          </a:p>
        </p:txBody>
      </p:sp>
      <p:sp>
        <p:nvSpPr>
          <p:cNvPr id="20" name="Text Placeholder 57">
            <a:extLst>
              <a:ext uri="{FF2B5EF4-FFF2-40B4-BE49-F238E27FC236}">
                <a16:creationId xmlns:a16="http://schemas.microsoft.com/office/drawing/2014/main" id="{5E8E0B01-55EB-4048-BB54-664B94BD7B1B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575438" y="3395323"/>
            <a:ext cx="1512000" cy="31312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sz="1400" b="0" i="0" dirty="0" smtClean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Name Last</a:t>
            </a:r>
          </a:p>
        </p:txBody>
      </p:sp>
      <p:sp>
        <p:nvSpPr>
          <p:cNvPr id="21" name="Text Placeholder 57">
            <a:extLst>
              <a:ext uri="{FF2B5EF4-FFF2-40B4-BE49-F238E27FC236}">
                <a16:creationId xmlns:a16="http://schemas.microsoft.com/office/drawing/2014/main" id="{BC7BECD0-75FF-3042-BDE3-94019E61C038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575438" y="3689602"/>
            <a:ext cx="1512000" cy="31312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sz="1400" b="0" i="0" dirty="0" smtClean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Job title</a:t>
            </a:r>
          </a:p>
        </p:txBody>
      </p:sp>
      <p:sp>
        <p:nvSpPr>
          <p:cNvPr id="22" name="Text Placeholder 57">
            <a:extLst>
              <a:ext uri="{FF2B5EF4-FFF2-40B4-BE49-F238E27FC236}">
                <a16:creationId xmlns:a16="http://schemas.microsoft.com/office/drawing/2014/main" id="{8A6F00F2-D50A-574E-A221-C293AC5D87F9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627560" y="3395323"/>
            <a:ext cx="1512000" cy="31312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sz="1400" b="0" i="0" dirty="0" smtClean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Name Last</a:t>
            </a:r>
          </a:p>
        </p:txBody>
      </p:sp>
      <p:sp>
        <p:nvSpPr>
          <p:cNvPr id="23" name="Text Placeholder 57">
            <a:extLst>
              <a:ext uri="{FF2B5EF4-FFF2-40B4-BE49-F238E27FC236}">
                <a16:creationId xmlns:a16="http://schemas.microsoft.com/office/drawing/2014/main" id="{E8139806-FAC2-774B-8754-D3B9129FDC3D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627560" y="3689602"/>
            <a:ext cx="1512000" cy="31312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sz="1400" b="0" i="0" dirty="0" smtClean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Job title</a:t>
            </a:r>
          </a:p>
        </p:txBody>
      </p:sp>
      <p:sp>
        <p:nvSpPr>
          <p:cNvPr id="48" name="Picture Placeholder 5">
            <a:extLst>
              <a:ext uri="{FF2B5EF4-FFF2-40B4-BE49-F238E27FC236}">
                <a16:creationId xmlns:a16="http://schemas.microsoft.com/office/drawing/2014/main" id="{6A8C7DF1-F337-EC49-B05B-13C6FB2E93AF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9368761" y="1714500"/>
            <a:ext cx="1512000" cy="1528887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b="0" i="0">
                <a:latin typeface="TWK Everett" panose="020B0204000000000000" pitchFamily="34" charset="77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ADD PHOTO HERE</a:t>
            </a:r>
          </a:p>
        </p:txBody>
      </p:sp>
      <p:sp>
        <p:nvSpPr>
          <p:cNvPr id="49" name="Text Placeholder 57">
            <a:extLst>
              <a:ext uri="{FF2B5EF4-FFF2-40B4-BE49-F238E27FC236}">
                <a16:creationId xmlns:a16="http://schemas.microsoft.com/office/drawing/2014/main" id="{72914EC1-F551-494C-AB2B-F015EEF053C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9368775" y="3395323"/>
            <a:ext cx="1512000" cy="31312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sz="1400" b="0" i="0" dirty="0" smtClean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Name Last</a:t>
            </a:r>
          </a:p>
        </p:txBody>
      </p:sp>
      <p:sp>
        <p:nvSpPr>
          <p:cNvPr id="50" name="Text Placeholder 57">
            <a:extLst>
              <a:ext uri="{FF2B5EF4-FFF2-40B4-BE49-F238E27FC236}">
                <a16:creationId xmlns:a16="http://schemas.microsoft.com/office/drawing/2014/main" id="{CCFFABBE-6F7E-E64A-9FA8-9B23B70A1D7F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9368775" y="3689602"/>
            <a:ext cx="1512000" cy="31312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sz="1400" b="0" i="0" dirty="0" smtClean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Job title</a:t>
            </a:r>
          </a:p>
        </p:txBody>
      </p:sp>
      <p:sp>
        <p:nvSpPr>
          <p:cNvPr id="51" name="Picture Placeholder 5">
            <a:extLst>
              <a:ext uri="{FF2B5EF4-FFF2-40B4-BE49-F238E27FC236}">
                <a16:creationId xmlns:a16="http://schemas.microsoft.com/office/drawing/2014/main" id="{EC564B29-DBC8-B145-A90E-D7D31E17F1A4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2819400" y="4267200"/>
            <a:ext cx="1512000" cy="1528887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b="0" i="0">
                <a:latin typeface="TWK Everett" panose="020B0204000000000000" pitchFamily="34" charset="77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ADD PHOTO HERE</a:t>
            </a:r>
          </a:p>
        </p:txBody>
      </p:sp>
      <p:sp>
        <p:nvSpPr>
          <p:cNvPr id="52" name="Picture Placeholder 5">
            <a:extLst>
              <a:ext uri="{FF2B5EF4-FFF2-40B4-BE49-F238E27FC236}">
                <a16:creationId xmlns:a16="http://schemas.microsoft.com/office/drawing/2014/main" id="{5CBBEB45-0860-9C48-AAFB-DA5D97E359DB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>
          <a:xfrm>
            <a:off x="4572000" y="4267200"/>
            <a:ext cx="1512000" cy="1528887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b="0" i="0">
                <a:latin typeface="TWK Everett" panose="020B0204000000000000" pitchFamily="34" charset="77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ADD PHOTO HERE</a:t>
            </a:r>
          </a:p>
        </p:txBody>
      </p:sp>
      <p:sp>
        <p:nvSpPr>
          <p:cNvPr id="53" name="Picture Placeholder 5">
            <a:extLst>
              <a:ext uri="{FF2B5EF4-FFF2-40B4-BE49-F238E27FC236}">
                <a16:creationId xmlns:a16="http://schemas.microsoft.com/office/drawing/2014/main" id="{5E3A23D0-9830-8048-8B42-F3CA60156086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>
          <a:xfrm>
            <a:off x="7619999" y="4267200"/>
            <a:ext cx="1512000" cy="1528887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b="0" i="0">
                <a:latin typeface="TWK Everett" panose="020B0204000000000000" pitchFamily="34" charset="77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ADD PHOTO HERE</a:t>
            </a:r>
          </a:p>
        </p:txBody>
      </p:sp>
      <p:sp>
        <p:nvSpPr>
          <p:cNvPr id="54" name="Text Placeholder 57">
            <a:extLst>
              <a:ext uri="{FF2B5EF4-FFF2-40B4-BE49-F238E27FC236}">
                <a16:creationId xmlns:a16="http://schemas.microsoft.com/office/drawing/2014/main" id="{76ACB4EF-278F-E541-939B-B6B3CC5C4B59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2815987" y="5948023"/>
            <a:ext cx="1512000" cy="31312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sz="1400" b="0" i="0" dirty="0" smtClean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Name Last</a:t>
            </a:r>
          </a:p>
        </p:txBody>
      </p:sp>
      <p:sp>
        <p:nvSpPr>
          <p:cNvPr id="55" name="Text Placeholder 57">
            <a:extLst>
              <a:ext uri="{FF2B5EF4-FFF2-40B4-BE49-F238E27FC236}">
                <a16:creationId xmlns:a16="http://schemas.microsoft.com/office/drawing/2014/main" id="{CE0EAFE2-1B77-834B-80F8-5BFA0E7621AD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2815987" y="6242302"/>
            <a:ext cx="1512000" cy="31312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sz="1400" b="0" i="0" dirty="0" smtClean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Job title</a:t>
            </a:r>
          </a:p>
        </p:txBody>
      </p:sp>
      <p:sp>
        <p:nvSpPr>
          <p:cNvPr id="56" name="Text Placeholder 57">
            <a:extLst>
              <a:ext uri="{FF2B5EF4-FFF2-40B4-BE49-F238E27FC236}">
                <a16:creationId xmlns:a16="http://schemas.microsoft.com/office/drawing/2014/main" id="{CF17D70D-4BB0-4347-B562-FFF0B31BD3EC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4572000" y="5948023"/>
            <a:ext cx="1512000" cy="31312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sz="1400" b="0" i="0" dirty="0" smtClean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Name Last</a:t>
            </a:r>
          </a:p>
        </p:txBody>
      </p:sp>
      <p:sp>
        <p:nvSpPr>
          <p:cNvPr id="57" name="Text Placeholder 57">
            <a:extLst>
              <a:ext uri="{FF2B5EF4-FFF2-40B4-BE49-F238E27FC236}">
                <a16:creationId xmlns:a16="http://schemas.microsoft.com/office/drawing/2014/main" id="{1D4F9C0D-1795-924F-8193-D71FF1184747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572000" y="6242302"/>
            <a:ext cx="1512000" cy="31312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sz="1400" b="0" i="0" dirty="0" smtClean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Job title</a:t>
            </a:r>
          </a:p>
        </p:txBody>
      </p:sp>
      <p:sp>
        <p:nvSpPr>
          <p:cNvPr id="58" name="Text Placeholder 57">
            <a:extLst>
              <a:ext uri="{FF2B5EF4-FFF2-40B4-BE49-F238E27FC236}">
                <a16:creationId xmlns:a16="http://schemas.microsoft.com/office/drawing/2014/main" id="{71A7BF9A-B896-0448-889A-ADCA45DC590B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20013" y="5948023"/>
            <a:ext cx="1512000" cy="31312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sz="1400" b="0" i="0" dirty="0" smtClean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Name Last</a:t>
            </a:r>
          </a:p>
        </p:txBody>
      </p:sp>
      <p:sp>
        <p:nvSpPr>
          <p:cNvPr id="59" name="Text Placeholder 57">
            <a:extLst>
              <a:ext uri="{FF2B5EF4-FFF2-40B4-BE49-F238E27FC236}">
                <a16:creationId xmlns:a16="http://schemas.microsoft.com/office/drawing/2014/main" id="{C61426B2-4DDC-E948-AB1D-24296D6D19E0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7620013" y="6242302"/>
            <a:ext cx="1512000" cy="31312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sz="1400" b="0" i="0" dirty="0" smtClean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Job title</a:t>
            </a:r>
          </a:p>
        </p:txBody>
      </p:sp>
      <p:sp>
        <p:nvSpPr>
          <p:cNvPr id="31" name="Slide Number Placeholder 5">
            <a:extLst>
              <a:ext uri="{FF2B5EF4-FFF2-40B4-BE49-F238E27FC236}">
                <a16:creationId xmlns:a16="http://schemas.microsoft.com/office/drawing/2014/main" id="{FA9BC06C-D2E7-6D48-8415-2205C0DC84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</a:lstStyle>
          <a:p>
            <a:fld id="{BB55D76A-9B6E-CD41-ABBE-F6C938295BA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26779BA8-C97F-874A-8BBE-7ACBBB2682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599" y="294477"/>
            <a:ext cx="10439401" cy="28107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0" i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heading here</a:t>
            </a:r>
          </a:p>
        </p:txBody>
      </p:sp>
      <p:sp>
        <p:nvSpPr>
          <p:cNvPr id="38" name="Text Placeholder 57">
            <a:extLst>
              <a:ext uri="{FF2B5EF4-FFF2-40B4-BE49-F238E27FC236}">
                <a16:creationId xmlns:a16="http://schemas.microsoft.com/office/drawing/2014/main" id="{9B4AF5FC-3E30-3C49-AFCF-90344C8AAF75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228600" y="714025"/>
            <a:ext cx="10439966" cy="3108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400" b="0" i="0" dirty="0" smtClean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Add subheading here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FC216E6-B03C-D559-A95A-7195EB2DD98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0" y="6342513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0213216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BDF542D8-F4D5-2F4C-AA85-3E9B98B22018}"/>
              </a:ext>
            </a:extLst>
          </p:cNvPr>
          <p:cNvSpPr/>
          <p:nvPr userDrawn="1"/>
        </p:nvSpPr>
        <p:spPr>
          <a:xfrm>
            <a:off x="0" y="2373330"/>
            <a:ext cx="12192000" cy="450678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b="0" i="0">
              <a:latin typeface="TWK Everett" panose="020B0204000000000000" pitchFamily="34" charset="77"/>
            </a:endParaRP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67FFDD16-D6AF-F546-AFFB-F1DFB952EE6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28600" y="1580455"/>
            <a:ext cx="5638800" cy="47962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200" b="0" i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Add text—</a:t>
            </a:r>
            <a:r>
              <a:rPr lang="en-US" err="1"/>
              <a:t>sepien</a:t>
            </a:r>
            <a:r>
              <a:rPr lang="en-US"/>
              <a:t> et ligula </a:t>
            </a:r>
            <a:r>
              <a:rPr lang="en-US" err="1"/>
              <a:t>ullamcorper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 </a:t>
            </a:r>
            <a:r>
              <a:rPr lang="en-US" err="1"/>
              <a:t>proin</a:t>
            </a:r>
            <a:r>
              <a:rPr lang="en-US"/>
              <a:t> libero </a:t>
            </a:r>
            <a:r>
              <a:rPr lang="en-US" err="1"/>
              <a:t>nunc</a:t>
            </a:r>
            <a:r>
              <a:rPr lang="en-US"/>
              <a:t> consequent </a:t>
            </a:r>
            <a:r>
              <a:rPr lang="en-US" err="1"/>
              <a:t>interdum</a:t>
            </a:r>
            <a:r>
              <a:rPr lang="en-US"/>
              <a:t> </a:t>
            </a:r>
            <a:r>
              <a:rPr lang="en-US" err="1"/>
              <a:t>varius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. 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A9A1B2B-D46E-AA4D-9668-3E8D9A2A0138}"/>
              </a:ext>
            </a:extLst>
          </p:cNvPr>
          <p:cNvCxnSpPr>
            <a:cxnSpLocks/>
          </p:cNvCxnSpPr>
          <p:nvPr userDrawn="1"/>
        </p:nvCxnSpPr>
        <p:spPr>
          <a:xfrm>
            <a:off x="371475" y="4238090"/>
            <a:ext cx="11423256" cy="0"/>
          </a:xfrm>
          <a:prstGeom prst="line">
            <a:avLst/>
          </a:prstGeom>
          <a:ln w="444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8A4D290C-BEF9-874F-8BBF-1DDB874CC32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334306" y="4562153"/>
            <a:ext cx="1285694" cy="75374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0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Add text—</a:t>
            </a:r>
            <a:r>
              <a:rPr lang="en-US" err="1"/>
              <a:t>sepien</a:t>
            </a:r>
            <a:r>
              <a:rPr lang="en-US"/>
              <a:t> et ligula </a:t>
            </a:r>
            <a:r>
              <a:rPr lang="en-US" err="1"/>
              <a:t>ullamcorper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 </a:t>
            </a:r>
            <a:r>
              <a:rPr lang="en-US" err="1"/>
              <a:t>proin</a:t>
            </a:r>
            <a:r>
              <a:rPr lang="en-US"/>
              <a:t> libero </a:t>
            </a:r>
            <a:r>
              <a:rPr lang="en-US" err="1"/>
              <a:t>nunc</a:t>
            </a:r>
            <a:r>
              <a:rPr lang="en-US"/>
              <a:t>.</a:t>
            </a:r>
          </a:p>
        </p:txBody>
      </p:sp>
      <p:sp>
        <p:nvSpPr>
          <p:cNvPr id="36" name="Text Placeholder 4">
            <a:extLst>
              <a:ext uri="{FF2B5EF4-FFF2-40B4-BE49-F238E27FC236}">
                <a16:creationId xmlns:a16="http://schemas.microsoft.com/office/drawing/2014/main" id="{9E3CBA1F-D75D-DD44-9FC9-83187D25CF3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77990" y="4567814"/>
            <a:ext cx="1214111" cy="75374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0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Add text—</a:t>
            </a:r>
            <a:r>
              <a:rPr lang="en-US" err="1"/>
              <a:t>sepien</a:t>
            </a:r>
            <a:r>
              <a:rPr lang="en-US"/>
              <a:t> et ligula </a:t>
            </a:r>
            <a:r>
              <a:rPr lang="en-US" err="1"/>
              <a:t>ullamcorper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 </a:t>
            </a:r>
            <a:r>
              <a:rPr lang="en-US" err="1"/>
              <a:t>proin</a:t>
            </a:r>
            <a:r>
              <a:rPr lang="en-US"/>
              <a:t> libero </a:t>
            </a:r>
            <a:r>
              <a:rPr lang="en-US" err="1"/>
              <a:t>nunc</a:t>
            </a:r>
            <a:r>
              <a:rPr lang="en-US"/>
              <a:t>.</a:t>
            </a:r>
          </a:p>
        </p:txBody>
      </p:sp>
      <p:sp>
        <p:nvSpPr>
          <p:cNvPr id="37" name="Text Placeholder 4">
            <a:extLst>
              <a:ext uri="{FF2B5EF4-FFF2-40B4-BE49-F238E27FC236}">
                <a16:creationId xmlns:a16="http://schemas.microsoft.com/office/drawing/2014/main" id="{5DB25DF3-BBB5-1641-9E31-8ABDBD451F1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272475" y="2944525"/>
            <a:ext cx="1299289" cy="75374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0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Add text—</a:t>
            </a:r>
            <a:r>
              <a:rPr lang="en-US" err="1"/>
              <a:t>sepien</a:t>
            </a:r>
            <a:r>
              <a:rPr lang="en-US"/>
              <a:t> et ligula </a:t>
            </a:r>
            <a:r>
              <a:rPr lang="en-US" err="1"/>
              <a:t>ullamcorper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 </a:t>
            </a:r>
            <a:r>
              <a:rPr lang="en-US" err="1"/>
              <a:t>proin</a:t>
            </a:r>
            <a:r>
              <a:rPr lang="en-US"/>
              <a:t> libero </a:t>
            </a:r>
            <a:r>
              <a:rPr lang="en-US" err="1"/>
              <a:t>nunc</a:t>
            </a:r>
            <a:r>
              <a:rPr lang="en-US"/>
              <a:t>.</a:t>
            </a:r>
          </a:p>
        </p:txBody>
      </p:sp>
      <p:sp>
        <p:nvSpPr>
          <p:cNvPr id="38" name="Text Placeholder 4">
            <a:extLst>
              <a:ext uri="{FF2B5EF4-FFF2-40B4-BE49-F238E27FC236}">
                <a16:creationId xmlns:a16="http://schemas.microsoft.com/office/drawing/2014/main" id="{9FC6793A-E990-1242-BCCE-2EF1D5D853D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372599" y="2944525"/>
            <a:ext cx="1303205" cy="75374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0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Add text—</a:t>
            </a:r>
            <a:r>
              <a:rPr lang="en-US" err="1"/>
              <a:t>sepien</a:t>
            </a:r>
            <a:r>
              <a:rPr lang="en-US"/>
              <a:t> et ligula </a:t>
            </a:r>
            <a:r>
              <a:rPr lang="en-US" err="1"/>
              <a:t>ullamcorper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 </a:t>
            </a:r>
            <a:r>
              <a:rPr lang="en-US" err="1"/>
              <a:t>proin</a:t>
            </a:r>
            <a:r>
              <a:rPr lang="en-US"/>
              <a:t> libero </a:t>
            </a:r>
            <a:r>
              <a:rPr lang="en-US" err="1"/>
              <a:t>nunc</a:t>
            </a:r>
            <a:r>
              <a:rPr lang="en-US"/>
              <a:t>.</a:t>
            </a:r>
          </a:p>
        </p:txBody>
      </p:sp>
      <p:sp>
        <p:nvSpPr>
          <p:cNvPr id="39" name="Text Placeholder 4">
            <a:extLst>
              <a:ext uri="{FF2B5EF4-FFF2-40B4-BE49-F238E27FC236}">
                <a16:creationId xmlns:a16="http://schemas.microsoft.com/office/drawing/2014/main" id="{9CCE9A66-E750-8148-9DDB-9D91DE72E20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7990" y="3299800"/>
            <a:ext cx="1214111" cy="51392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32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2018</a:t>
            </a:r>
          </a:p>
        </p:txBody>
      </p:sp>
      <p:sp>
        <p:nvSpPr>
          <p:cNvPr id="40" name="Text Placeholder 4">
            <a:extLst>
              <a:ext uri="{FF2B5EF4-FFF2-40B4-BE49-F238E27FC236}">
                <a16:creationId xmlns:a16="http://schemas.microsoft.com/office/drawing/2014/main" id="{C3FE4973-4952-3349-805B-3FA1455D48B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334306" y="3299800"/>
            <a:ext cx="1285694" cy="51392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32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2020</a:t>
            </a:r>
          </a:p>
        </p:txBody>
      </p:sp>
      <p:sp>
        <p:nvSpPr>
          <p:cNvPr id="41" name="Text Placeholder 4">
            <a:extLst>
              <a:ext uri="{FF2B5EF4-FFF2-40B4-BE49-F238E27FC236}">
                <a16:creationId xmlns:a16="http://schemas.microsoft.com/office/drawing/2014/main" id="{2EC41A7F-860C-CC4C-B213-895AA10E454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272475" y="4562154"/>
            <a:ext cx="1299525" cy="45163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32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2019</a:t>
            </a:r>
          </a:p>
        </p:txBody>
      </p:sp>
      <p:sp>
        <p:nvSpPr>
          <p:cNvPr id="42" name="Text Placeholder 4">
            <a:extLst>
              <a:ext uri="{FF2B5EF4-FFF2-40B4-BE49-F238E27FC236}">
                <a16:creationId xmlns:a16="http://schemas.microsoft.com/office/drawing/2014/main" id="{EAC04860-BBA9-2A4B-AC04-7428C5D389AD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372600" y="4562153"/>
            <a:ext cx="1295400" cy="45163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32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2021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A1245DC1-45B0-8541-930E-EFEA195903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</a:lstStyle>
          <a:p>
            <a:fld id="{BB55D76A-9B6E-CD41-ABBE-F6C938295BA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9DCF0456-889B-074D-AE66-E88CFF94C69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600" y="294477"/>
            <a:ext cx="10439400" cy="28107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0" i="0">
                <a:solidFill>
                  <a:schemeClr val="accent1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heading here</a:t>
            </a:r>
          </a:p>
        </p:txBody>
      </p:sp>
      <p:sp>
        <p:nvSpPr>
          <p:cNvPr id="24" name="Text Placeholder 57">
            <a:extLst>
              <a:ext uri="{FF2B5EF4-FFF2-40B4-BE49-F238E27FC236}">
                <a16:creationId xmlns:a16="http://schemas.microsoft.com/office/drawing/2014/main" id="{0544D3FE-C889-BD43-88F4-BC1179588CF5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228600" y="714025"/>
            <a:ext cx="10439966" cy="3108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400" b="0" i="0" dirty="0" smtClean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Add subheading here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C8BF525-2ADC-D5DB-87CE-06155E6A471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1" y="6344685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0272727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BDF542D8-F4D5-2F4C-AA85-3E9B98B22018}"/>
              </a:ext>
            </a:extLst>
          </p:cNvPr>
          <p:cNvSpPr/>
          <p:nvPr userDrawn="1"/>
        </p:nvSpPr>
        <p:spPr>
          <a:xfrm>
            <a:off x="0" y="2373330"/>
            <a:ext cx="12192000" cy="4506786"/>
          </a:xfrm>
          <a:prstGeom prst="rect">
            <a:avLst/>
          </a:prstGeom>
          <a:solidFill>
            <a:srgbClr val="DDED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b="0" i="0">
              <a:latin typeface="TWK Everett" panose="020B0204000000000000" pitchFamily="34" charset="77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A9A1B2B-D46E-AA4D-9668-3E8D9A2A0138}"/>
              </a:ext>
            </a:extLst>
          </p:cNvPr>
          <p:cNvCxnSpPr>
            <a:cxnSpLocks/>
          </p:cNvCxnSpPr>
          <p:nvPr userDrawn="1"/>
        </p:nvCxnSpPr>
        <p:spPr>
          <a:xfrm>
            <a:off x="371475" y="4238090"/>
            <a:ext cx="11423256" cy="0"/>
          </a:xfrm>
          <a:prstGeom prst="line">
            <a:avLst/>
          </a:prstGeom>
          <a:ln w="444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 Placeholder 4">
            <a:extLst>
              <a:ext uri="{FF2B5EF4-FFF2-40B4-BE49-F238E27FC236}">
                <a16:creationId xmlns:a16="http://schemas.microsoft.com/office/drawing/2014/main" id="{F4F25738-2311-D740-B2C6-BE1CD071D2E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334306" y="4562153"/>
            <a:ext cx="1285694" cy="75374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000" b="0" i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Add text—</a:t>
            </a:r>
            <a:r>
              <a:rPr lang="en-US" err="1"/>
              <a:t>sepien</a:t>
            </a:r>
            <a:r>
              <a:rPr lang="en-US"/>
              <a:t> et ligula </a:t>
            </a:r>
            <a:r>
              <a:rPr lang="en-US" err="1"/>
              <a:t>ullamcorper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 </a:t>
            </a:r>
            <a:r>
              <a:rPr lang="en-US" err="1"/>
              <a:t>proin</a:t>
            </a:r>
            <a:r>
              <a:rPr lang="en-US"/>
              <a:t> libero </a:t>
            </a:r>
            <a:r>
              <a:rPr lang="en-US" err="1"/>
              <a:t>nunc</a:t>
            </a:r>
            <a:r>
              <a:rPr lang="en-US"/>
              <a:t>.</a:t>
            </a:r>
          </a:p>
        </p:txBody>
      </p:sp>
      <p:sp>
        <p:nvSpPr>
          <p:cNvPr id="40" name="Text Placeholder 4">
            <a:extLst>
              <a:ext uri="{FF2B5EF4-FFF2-40B4-BE49-F238E27FC236}">
                <a16:creationId xmlns:a16="http://schemas.microsoft.com/office/drawing/2014/main" id="{71554AD8-46DA-5949-B9F4-86A6FE74E82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77990" y="4567814"/>
            <a:ext cx="1214111" cy="75374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000" b="0" i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Add text—</a:t>
            </a:r>
            <a:r>
              <a:rPr lang="en-US" err="1"/>
              <a:t>sepien</a:t>
            </a:r>
            <a:r>
              <a:rPr lang="en-US"/>
              <a:t> et ligula </a:t>
            </a:r>
            <a:r>
              <a:rPr lang="en-US" err="1"/>
              <a:t>ullamcorper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 </a:t>
            </a:r>
            <a:r>
              <a:rPr lang="en-US" err="1"/>
              <a:t>proin</a:t>
            </a:r>
            <a:r>
              <a:rPr lang="en-US"/>
              <a:t> libero </a:t>
            </a:r>
            <a:r>
              <a:rPr lang="en-US" err="1"/>
              <a:t>nunc</a:t>
            </a:r>
            <a:r>
              <a:rPr lang="en-US"/>
              <a:t>.</a:t>
            </a:r>
          </a:p>
        </p:txBody>
      </p:sp>
      <p:sp>
        <p:nvSpPr>
          <p:cNvPr id="41" name="Text Placeholder 4">
            <a:extLst>
              <a:ext uri="{FF2B5EF4-FFF2-40B4-BE49-F238E27FC236}">
                <a16:creationId xmlns:a16="http://schemas.microsoft.com/office/drawing/2014/main" id="{56EA88FE-AAA6-7A4A-AD45-A304903C515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276600" y="2944525"/>
            <a:ext cx="1295164" cy="75374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000" b="0" i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Add text—</a:t>
            </a:r>
            <a:r>
              <a:rPr lang="en-US" err="1"/>
              <a:t>sepien</a:t>
            </a:r>
            <a:r>
              <a:rPr lang="en-US"/>
              <a:t> et ligula </a:t>
            </a:r>
            <a:r>
              <a:rPr lang="en-US" err="1"/>
              <a:t>ullamcorper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 </a:t>
            </a:r>
            <a:r>
              <a:rPr lang="en-US" err="1"/>
              <a:t>proin</a:t>
            </a:r>
            <a:r>
              <a:rPr lang="en-US"/>
              <a:t> libero </a:t>
            </a:r>
            <a:r>
              <a:rPr lang="en-US" err="1"/>
              <a:t>nunc</a:t>
            </a:r>
            <a:r>
              <a:rPr lang="en-US"/>
              <a:t>.</a:t>
            </a:r>
          </a:p>
        </p:txBody>
      </p:sp>
      <p:sp>
        <p:nvSpPr>
          <p:cNvPr id="42" name="Text Placeholder 4">
            <a:extLst>
              <a:ext uri="{FF2B5EF4-FFF2-40B4-BE49-F238E27FC236}">
                <a16:creationId xmlns:a16="http://schemas.microsoft.com/office/drawing/2014/main" id="{04893F28-3E47-1B42-A0F2-3648AC289416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372600" y="2944525"/>
            <a:ext cx="1285694" cy="75374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000" b="0" i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Add text—</a:t>
            </a:r>
            <a:r>
              <a:rPr lang="en-US" err="1"/>
              <a:t>sepien</a:t>
            </a:r>
            <a:r>
              <a:rPr lang="en-US"/>
              <a:t> et ligula </a:t>
            </a:r>
            <a:r>
              <a:rPr lang="en-US" err="1"/>
              <a:t>ullamcorper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 </a:t>
            </a:r>
            <a:r>
              <a:rPr lang="en-US" err="1"/>
              <a:t>proin</a:t>
            </a:r>
            <a:r>
              <a:rPr lang="en-US"/>
              <a:t> libero </a:t>
            </a:r>
            <a:r>
              <a:rPr lang="en-US" err="1"/>
              <a:t>nunc</a:t>
            </a:r>
            <a:r>
              <a:rPr lang="en-US"/>
              <a:t>.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6468B048-C31D-8A43-A3B0-2F05CB6A5B2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7990" y="3299800"/>
            <a:ext cx="1214111" cy="51392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3200" b="0" i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2018</a:t>
            </a:r>
          </a:p>
        </p:txBody>
      </p:sp>
      <p:sp>
        <p:nvSpPr>
          <p:cNvPr id="44" name="Text Placeholder 4">
            <a:extLst>
              <a:ext uri="{FF2B5EF4-FFF2-40B4-BE49-F238E27FC236}">
                <a16:creationId xmlns:a16="http://schemas.microsoft.com/office/drawing/2014/main" id="{9BD5E972-A66C-A44A-8BAE-6B3DB96BA0D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334306" y="3299800"/>
            <a:ext cx="1285694" cy="51392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3200" b="0" i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2020</a:t>
            </a:r>
          </a:p>
        </p:txBody>
      </p:sp>
      <p:sp>
        <p:nvSpPr>
          <p:cNvPr id="45" name="Text Placeholder 4">
            <a:extLst>
              <a:ext uri="{FF2B5EF4-FFF2-40B4-BE49-F238E27FC236}">
                <a16:creationId xmlns:a16="http://schemas.microsoft.com/office/drawing/2014/main" id="{C9A96D1D-4DDD-8A4B-BFAA-3FF018F03F7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276600" y="4562154"/>
            <a:ext cx="1295164" cy="45163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3200" b="0" i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2019</a:t>
            </a:r>
          </a:p>
        </p:txBody>
      </p:sp>
      <p:sp>
        <p:nvSpPr>
          <p:cNvPr id="46" name="Text Placeholder 4">
            <a:extLst>
              <a:ext uri="{FF2B5EF4-FFF2-40B4-BE49-F238E27FC236}">
                <a16:creationId xmlns:a16="http://schemas.microsoft.com/office/drawing/2014/main" id="{EA54360F-73BE-6146-B6A8-15F19C594CE3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372600" y="4562153"/>
            <a:ext cx="1295400" cy="45163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3200" b="0" i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2021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85731E03-0FB6-594C-B3AD-74A73B9749D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28600" y="1580455"/>
            <a:ext cx="5638800" cy="47962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200" b="0" i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Add text—</a:t>
            </a:r>
            <a:r>
              <a:rPr lang="en-US" err="1"/>
              <a:t>sepien</a:t>
            </a:r>
            <a:r>
              <a:rPr lang="en-US"/>
              <a:t> et ligula </a:t>
            </a:r>
            <a:r>
              <a:rPr lang="en-US" err="1"/>
              <a:t>ullamcorper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 </a:t>
            </a:r>
            <a:r>
              <a:rPr lang="en-US" err="1"/>
              <a:t>proin</a:t>
            </a:r>
            <a:r>
              <a:rPr lang="en-US"/>
              <a:t> libero </a:t>
            </a:r>
            <a:r>
              <a:rPr lang="en-US" err="1"/>
              <a:t>nunc</a:t>
            </a:r>
            <a:r>
              <a:rPr lang="en-US"/>
              <a:t> consequent </a:t>
            </a:r>
            <a:r>
              <a:rPr lang="en-US" err="1"/>
              <a:t>interdum</a:t>
            </a:r>
            <a:r>
              <a:rPr lang="en-US"/>
              <a:t> </a:t>
            </a:r>
            <a:r>
              <a:rPr lang="en-US" err="1"/>
              <a:t>varius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. </a:t>
            </a:r>
          </a:p>
        </p:txBody>
      </p:sp>
      <p:sp>
        <p:nvSpPr>
          <p:cNvPr id="23" name="Slide Number Placeholder 5">
            <a:extLst>
              <a:ext uri="{FF2B5EF4-FFF2-40B4-BE49-F238E27FC236}">
                <a16:creationId xmlns:a16="http://schemas.microsoft.com/office/drawing/2014/main" id="{B6FA4843-5EA9-2646-9CAC-172DC0B161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</a:lstStyle>
          <a:p>
            <a:fld id="{BB55D76A-9B6E-CD41-ABBE-F6C938295BA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64B8027C-5EF9-7C4A-9B0D-1B079AE626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599" y="294477"/>
            <a:ext cx="10439401" cy="28107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0" i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heading here</a:t>
            </a:r>
          </a:p>
        </p:txBody>
      </p:sp>
      <p:sp>
        <p:nvSpPr>
          <p:cNvPr id="27" name="Text Placeholder 57">
            <a:extLst>
              <a:ext uri="{FF2B5EF4-FFF2-40B4-BE49-F238E27FC236}">
                <a16:creationId xmlns:a16="http://schemas.microsoft.com/office/drawing/2014/main" id="{1BF9AC26-FC9D-8545-A80A-3449AE4BDBD2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228600" y="714025"/>
            <a:ext cx="10439966" cy="3108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400" b="0" i="0" dirty="0" smtClean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Add subheading here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8347B53-2659-6F68-6336-16D1D539E89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0" y="6342513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7604095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 3 Data Series (Right) Cl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BC938A9-452C-1549-BE20-0A5AA1D7F600}"/>
              </a:ext>
            </a:extLst>
          </p:cNvPr>
          <p:cNvSpPr/>
          <p:nvPr userDrawn="1"/>
        </p:nvSpPr>
        <p:spPr>
          <a:xfrm>
            <a:off x="6096000" y="0"/>
            <a:ext cx="6096001" cy="6858000"/>
          </a:xfrm>
          <a:prstGeom prst="rect">
            <a:avLst/>
          </a:prstGeom>
          <a:solidFill>
            <a:srgbClr val="F2F1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b="0" i="0">
              <a:latin typeface="TWK Everett" panose="020B0204000000000000" pitchFamily="34" charset="77"/>
            </a:endParaRPr>
          </a:p>
        </p:txBody>
      </p:sp>
      <p:sp>
        <p:nvSpPr>
          <p:cNvPr id="17" name="Chart Placeholder 16">
            <a:extLst>
              <a:ext uri="{FF2B5EF4-FFF2-40B4-BE49-F238E27FC236}">
                <a16:creationId xmlns:a16="http://schemas.microsoft.com/office/drawing/2014/main" id="{968EB040-BF86-1A41-8C69-5DED5E27CDE2}"/>
              </a:ext>
            </a:extLst>
          </p:cNvPr>
          <p:cNvSpPr>
            <a:spLocks noGrp="1"/>
          </p:cNvSpPr>
          <p:nvPr>
            <p:ph type="chart" sz="quarter" idx="29" hasCustomPrompt="1"/>
          </p:nvPr>
        </p:nvSpPr>
        <p:spPr>
          <a:xfrm>
            <a:off x="9381035" y="343425"/>
            <a:ext cx="2590800" cy="162775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b="0" i="0">
                <a:latin typeface="TWK Everett" panose="020B0204000000000000" pitchFamily="34" charset="77"/>
              </a:defRPr>
            </a:lvl1pPr>
          </a:lstStyle>
          <a:p>
            <a:r>
              <a:rPr lang="en-US"/>
              <a:t>PIE CHART</a:t>
            </a:r>
          </a:p>
        </p:txBody>
      </p:sp>
      <p:sp>
        <p:nvSpPr>
          <p:cNvPr id="18" name="Chart Placeholder 16">
            <a:extLst>
              <a:ext uri="{FF2B5EF4-FFF2-40B4-BE49-F238E27FC236}">
                <a16:creationId xmlns:a16="http://schemas.microsoft.com/office/drawing/2014/main" id="{43FB1247-FEB8-FD44-8B83-7FE927AF1171}"/>
              </a:ext>
            </a:extLst>
          </p:cNvPr>
          <p:cNvSpPr>
            <a:spLocks noGrp="1"/>
          </p:cNvSpPr>
          <p:nvPr>
            <p:ph type="chart" sz="quarter" idx="30" hasCustomPrompt="1"/>
          </p:nvPr>
        </p:nvSpPr>
        <p:spPr>
          <a:xfrm>
            <a:off x="9372600" y="2490724"/>
            <a:ext cx="2590800" cy="164830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b="0" i="0">
                <a:latin typeface="TWK Everett" panose="020B0204000000000000" pitchFamily="34" charset="77"/>
              </a:defRPr>
            </a:lvl1pPr>
          </a:lstStyle>
          <a:p>
            <a:r>
              <a:rPr lang="en-US"/>
              <a:t>PIE CHART</a:t>
            </a:r>
          </a:p>
        </p:txBody>
      </p:sp>
      <p:sp>
        <p:nvSpPr>
          <p:cNvPr id="19" name="Chart Placeholder 16">
            <a:extLst>
              <a:ext uri="{FF2B5EF4-FFF2-40B4-BE49-F238E27FC236}">
                <a16:creationId xmlns:a16="http://schemas.microsoft.com/office/drawing/2014/main" id="{4AE38E9C-5D6C-C948-B3A6-E27F18CF72CF}"/>
              </a:ext>
            </a:extLst>
          </p:cNvPr>
          <p:cNvSpPr>
            <a:spLocks noGrp="1"/>
          </p:cNvSpPr>
          <p:nvPr>
            <p:ph type="chart" sz="quarter" idx="31" hasCustomPrompt="1"/>
          </p:nvPr>
        </p:nvSpPr>
        <p:spPr>
          <a:xfrm>
            <a:off x="9372601" y="4638023"/>
            <a:ext cx="2590800" cy="164830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b="0" i="0">
                <a:latin typeface="TWK Everett" panose="020B0204000000000000" pitchFamily="34" charset="77"/>
              </a:defRPr>
            </a:lvl1pPr>
          </a:lstStyle>
          <a:p>
            <a:r>
              <a:rPr lang="en-US"/>
              <a:t>PIE CHART</a:t>
            </a:r>
          </a:p>
        </p:txBody>
      </p:sp>
      <p:sp>
        <p:nvSpPr>
          <p:cNvPr id="32" name="Content Placeholder 2">
            <a:extLst>
              <a:ext uri="{FF2B5EF4-FFF2-40B4-BE49-F238E27FC236}">
                <a16:creationId xmlns:a16="http://schemas.microsoft.com/office/drawing/2014/main" id="{1E43EDBF-C7F2-D34C-9A7D-2CB4701F220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610928" y="2490724"/>
            <a:ext cx="1924521" cy="879674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6200" b="0" i="0">
                <a:ln w="12700">
                  <a:solidFill>
                    <a:srgbClr val="042315"/>
                  </a:solidFill>
                </a:ln>
                <a:noFill/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43%</a:t>
            </a:r>
          </a:p>
        </p:txBody>
      </p:sp>
      <p:sp>
        <p:nvSpPr>
          <p:cNvPr id="33" name="Content Placeholder 2">
            <a:extLst>
              <a:ext uri="{FF2B5EF4-FFF2-40B4-BE49-F238E27FC236}">
                <a16:creationId xmlns:a16="http://schemas.microsoft.com/office/drawing/2014/main" id="{6074238C-8160-2049-9CB5-36B4F32B666E}"/>
              </a:ext>
            </a:extLst>
          </p:cNvPr>
          <p:cNvSpPr>
            <a:spLocks noGrp="1"/>
          </p:cNvSpPr>
          <p:nvPr>
            <p:ph idx="27" hasCustomPrompt="1"/>
          </p:nvPr>
        </p:nvSpPr>
        <p:spPr>
          <a:xfrm>
            <a:off x="6610928" y="4638023"/>
            <a:ext cx="1924521" cy="879674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6200" b="0" i="0">
                <a:ln w="12700">
                  <a:solidFill>
                    <a:srgbClr val="042315"/>
                  </a:solidFill>
                </a:ln>
                <a:noFill/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43%</a:t>
            </a:r>
          </a:p>
        </p:txBody>
      </p:sp>
      <p:sp>
        <p:nvSpPr>
          <p:cNvPr id="34" name="Content Placeholder 2">
            <a:extLst>
              <a:ext uri="{FF2B5EF4-FFF2-40B4-BE49-F238E27FC236}">
                <a16:creationId xmlns:a16="http://schemas.microsoft.com/office/drawing/2014/main" id="{BA20546B-74D7-664A-AEC5-81567BA99A6D}"/>
              </a:ext>
            </a:extLst>
          </p:cNvPr>
          <p:cNvSpPr>
            <a:spLocks noGrp="1"/>
          </p:cNvSpPr>
          <p:nvPr>
            <p:ph idx="28" hasCustomPrompt="1"/>
          </p:nvPr>
        </p:nvSpPr>
        <p:spPr>
          <a:xfrm>
            <a:off x="6610928" y="343425"/>
            <a:ext cx="1924521" cy="879674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6200" b="0" i="0">
                <a:ln w="12700">
                  <a:solidFill>
                    <a:srgbClr val="042315"/>
                  </a:solidFill>
                </a:ln>
                <a:noFill/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43%</a:t>
            </a:r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C7F5C8C4-19DE-3741-811C-580DA268552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610928" y="1256199"/>
            <a:ext cx="1924520" cy="71498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buNone/>
              <a:defRPr sz="1200" b="0" i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Add text—</a:t>
            </a:r>
            <a:r>
              <a:rPr lang="en-US" err="1"/>
              <a:t>sepien</a:t>
            </a:r>
            <a:r>
              <a:rPr lang="en-US"/>
              <a:t> et ligula </a:t>
            </a:r>
            <a:r>
              <a:rPr lang="en-US" err="1"/>
              <a:t>ullamcorper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 </a:t>
            </a:r>
            <a:r>
              <a:rPr lang="en-US" err="1"/>
              <a:t>proin</a:t>
            </a:r>
            <a:r>
              <a:rPr lang="en-US"/>
              <a:t> libero </a:t>
            </a:r>
            <a:r>
              <a:rPr lang="en-US" err="1"/>
              <a:t>nunc</a:t>
            </a:r>
            <a:r>
              <a:rPr lang="en-US"/>
              <a:t>.</a:t>
            </a:r>
          </a:p>
        </p:txBody>
      </p:sp>
      <p:sp>
        <p:nvSpPr>
          <p:cNvPr id="36" name="Text Placeholder 4">
            <a:extLst>
              <a:ext uri="{FF2B5EF4-FFF2-40B4-BE49-F238E27FC236}">
                <a16:creationId xmlns:a16="http://schemas.microsoft.com/office/drawing/2014/main" id="{EFF18462-2306-9A4F-AA43-F1AF90986DE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610928" y="3424046"/>
            <a:ext cx="1924521" cy="71498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buNone/>
              <a:defRPr sz="1200" b="0" i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Add text—</a:t>
            </a:r>
            <a:r>
              <a:rPr lang="en-US" err="1"/>
              <a:t>sepien</a:t>
            </a:r>
            <a:r>
              <a:rPr lang="en-US"/>
              <a:t> et ligula </a:t>
            </a:r>
            <a:r>
              <a:rPr lang="en-US" err="1"/>
              <a:t>ullamcorper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 </a:t>
            </a:r>
            <a:r>
              <a:rPr lang="en-US" err="1"/>
              <a:t>proin</a:t>
            </a:r>
            <a:r>
              <a:rPr lang="en-US"/>
              <a:t> libero </a:t>
            </a:r>
            <a:r>
              <a:rPr lang="en-US" err="1"/>
              <a:t>nunc</a:t>
            </a:r>
            <a:r>
              <a:rPr lang="en-US"/>
              <a:t>.</a:t>
            </a:r>
          </a:p>
        </p:txBody>
      </p:sp>
      <p:sp>
        <p:nvSpPr>
          <p:cNvPr id="37" name="Text Placeholder 4">
            <a:extLst>
              <a:ext uri="{FF2B5EF4-FFF2-40B4-BE49-F238E27FC236}">
                <a16:creationId xmlns:a16="http://schemas.microsoft.com/office/drawing/2014/main" id="{F6ABDC22-19AC-AE45-9A2A-DF2146AE0CC5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610928" y="5571345"/>
            <a:ext cx="1924520" cy="71498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buNone/>
              <a:defRPr sz="1200" b="0" i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Add text—</a:t>
            </a:r>
            <a:r>
              <a:rPr lang="en-US" err="1"/>
              <a:t>sepien</a:t>
            </a:r>
            <a:r>
              <a:rPr lang="en-US"/>
              <a:t> et ligula </a:t>
            </a:r>
            <a:r>
              <a:rPr lang="en-US" err="1"/>
              <a:t>ullamcorper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 </a:t>
            </a:r>
            <a:r>
              <a:rPr lang="en-US" err="1"/>
              <a:t>proin</a:t>
            </a:r>
            <a:r>
              <a:rPr lang="en-US"/>
              <a:t> libero </a:t>
            </a:r>
            <a:r>
              <a:rPr lang="en-US" err="1"/>
              <a:t>nunc</a:t>
            </a:r>
            <a:r>
              <a:rPr lang="en-US"/>
              <a:t>.</a:t>
            </a:r>
          </a:p>
        </p:txBody>
      </p:sp>
      <p:sp>
        <p:nvSpPr>
          <p:cNvPr id="23" name="Slide Number Placeholder 5">
            <a:extLst>
              <a:ext uri="{FF2B5EF4-FFF2-40B4-BE49-F238E27FC236}">
                <a16:creationId xmlns:a16="http://schemas.microsoft.com/office/drawing/2014/main" id="{62E7A7F0-3DA6-7544-8D17-6D264BC7A8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</a:lstStyle>
          <a:p>
            <a:fld id="{BB55D76A-9B6E-CD41-ABBE-F6C938295BA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7C6E41A1-9410-294A-9B62-24ED3286BA8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8600" y="1325706"/>
            <a:ext cx="4343400" cy="114729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3200" b="0" i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Add body text here– as a caption</a:t>
            </a:r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98A5121F-BAA4-6F4A-84C2-849E6A9D7D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599" y="294477"/>
            <a:ext cx="5638801" cy="28107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0" i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heading here</a:t>
            </a:r>
          </a:p>
        </p:txBody>
      </p:sp>
      <p:sp>
        <p:nvSpPr>
          <p:cNvPr id="31" name="Text Placeholder 57">
            <a:extLst>
              <a:ext uri="{FF2B5EF4-FFF2-40B4-BE49-F238E27FC236}">
                <a16:creationId xmlns:a16="http://schemas.microsoft.com/office/drawing/2014/main" id="{47EF89B8-95D8-6540-9368-4EFED80D5274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228600" y="714025"/>
            <a:ext cx="5639106" cy="3108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400" b="0" i="0" dirty="0" smtClean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Add subheading here</a:t>
            </a:r>
          </a:p>
        </p:txBody>
      </p:sp>
      <p:sp>
        <p:nvSpPr>
          <p:cNvPr id="38" name="Text Placeholder 2">
            <a:extLst>
              <a:ext uri="{FF2B5EF4-FFF2-40B4-BE49-F238E27FC236}">
                <a16:creationId xmlns:a16="http://schemas.microsoft.com/office/drawing/2014/main" id="{6B5337DD-68B3-1441-805E-A5E5D14B595E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228600" y="3277126"/>
            <a:ext cx="4343164" cy="2742673"/>
          </a:xfrm>
        </p:spPr>
        <p:txBody>
          <a:bodyPr/>
          <a:lstStyle>
            <a:lvl1pPr>
              <a:defRPr sz="1200">
                <a:solidFill>
                  <a:srgbClr val="3D3C3C"/>
                </a:solidFill>
              </a:defRPr>
            </a:lvl1pPr>
            <a:lvl2pPr>
              <a:defRPr sz="1200">
                <a:solidFill>
                  <a:srgbClr val="3D3C3C"/>
                </a:solidFill>
              </a:defRPr>
            </a:lvl2pPr>
            <a:lvl3pPr marL="690563" indent="-163513">
              <a:buFont typeface="Courier New" panose="02070309020205020404" pitchFamily="49" charset="0"/>
              <a:buChar char="o"/>
              <a:tabLst/>
              <a:defRPr sz="1200">
                <a:solidFill>
                  <a:srgbClr val="3D3C3C"/>
                </a:solidFill>
              </a:defRPr>
            </a:lvl3pPr>
            <a:lvl4pPr>
              <a:defRPr sz="1200">
                <a:solidFill>
                  <a:srgbClr val="3D3C3C"/>
                </a:solidFill>
              </a:defRPr>
            </a:lvl4pPr>
            <a:lvl5pPr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1689206-3542-CB8B-AEBE-A0DEB1920FF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0" y="6342513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8361563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 3 Data Series (Right)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BC938A9-452C-1549-BE20-0A5AA1D7F600}"/>
              </a:ext>
            </a:extLst>
          </p:cNvPr>
          <p:cNvSpPr/>
          <p:nvPr userDrawn="1"/>
        </p:nvSpPr>
        <p:spPr>
          <a:xfrm>
            <a:off x="6096000" y="0"/>
            <a:ext cx="6096001" cy="6858000"/>
          </a:xfrm>
          <a:prstGeom prst="rect">
            <a:avLst/>
          </a:prstGeom>
          <a:solidFill>
            <a:srgbClr val="DDED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b="0" i="0">
              <a:latin typeface="TWK Everett" panose="020B0204000000000000" pitchFamily="34" charset="77"/>
            </a:endParaRPr>
          </a:p>
        </p:txBody>
      </p:sp>
      <p:sp>
        <p:nvSpPr>
          <p:cNvPr id="47" name="Content Placeholder 2">
            <a:extLst>
              <a:ext uri="{FF2B5EF4-FFF2-40B4-BE49-F238E27FC236}">
                <a16:creationId xmlns:a16="http://schemas.microsoft.com/office/drawing/2014/main" id="{0EE8F709-F96A-174E-8BD3-B90D583D96F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560130" y="2490724"/>
            <a:ext cx="1924521" cy="879674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6200" b="0" i="0">
                <a:ln w="12700">
                  <a:solidFill>
                    <a:srgbClr val="042315"/>
                  </a:solidFill>
                </a:ln>
                <a:noFill/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43%</a:t>
            </a:r>
          </a:p>
        </p:txBody>
      </p:sp>
      <p:sp>
        <p:nvSpPr>
          <p:cNvPr id="48" name="Content Placeholder 2">
            <a:extLst>
              <a:ext uri="{FF2B5EF4-FFF2-40B4-BE49-F238E27FC236}">
                <a16:creationId xmlns:a16="http://schemas.microsoft.com/office/drawing/2014/main" id="{2F775E0D-BE32-DC44-A8AF-F3BFCA8B5CAD}"/>
              </a:ext>
            </a:extLst>
          </p:cNvPr>
          <p:cNvSpPr>
            <a:spLocks noGrp="1"/>
          </p:cNvSpPr>
          <p:nvPr>
            <p:ph idx="27" hasCustomPrompt="1"/>
          </p:nvPr>
        </p:nvSpPr>
        <p:spPr>
          <a:xfrm>
            <a:off x="6560130" y="4638023"/>
            <a:ext cx="1924521" cy="879674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6200" b="0" i="0">
                <a:ln w="12700">
                  <a:solidFill>
                    <a:srgbClr val="042315"/>
                  </a:solidFill>
                </a:ln>
                <a:noFill/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43%</a:t>
            </a:r>
          </a:p>
        </p:txBody>
      </p:sp>
      <p:sp>
        <p:nvSpPr>
          <p:cNvPr id="49" name="Content Placeholder 2">
            <a:extLst>
              <a:ext uri="{FF2B5EF4-FFF2-40B4-BE49-F238E27FC236}">
                <a16:creationId xmlns:a16="http://schemas.microsoft.com/office/drawing/2014/main" id="{1B052F5E-4798-9045-911D-7DAF79460AC8}"/>
              </a:ext>
            </a:extLst>
          </p:cNvPr>
          <p:cNvSpPr>
            <a:spLocks noGrp="1"/>
          </p:cNvSpPr>
          <p:nvPr>
            <p:ph idx="28" hasCustomPrompt="1"/>
          </p:nvPr>
        </p:nvSpPr>
        <p:spPr>
          <a:xfrm>
            <a:off x="6560130" y="343425"/>
            <a:ext cx="1924521" cy="879674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6200" b="0" i="0">
                <a:ln w="12700">
                  <a:solidFill>
                    <a:srgbClr val="042315"/>
                  </a:solidFill>
                </a:ln>
                <a:noFill/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43%</a:t>
            </a:r>
          </a:p>
        </p:txBody>
      </p:sp>
      <p:sp>
        <p:nvSpPr>
          <p:cNvPr id="50" name="Text Placeholder 4">
            <a:extLst>
              <a:ext uri="{FF2B5EF4-FFF2-40B4-BE49-F238E27FC236}">
                <a16:creationId xmlns:a16="http://schemas.microsoft.com/office/drawing/2014/main" id="{AD0D975F-B435-184D-BBBA-DD4B4F13A20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560130" y="1256199"/>
            <a:ext cx="1924520" cy="71498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buNone/>
              <a:defRPr sz="1200" b="0" i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Add text—</a:t>
            </a:r>
            <a:r>
              <a:rPr lang="en-US" err="1"/>
              <a:t>sepien</a:t>
            </a:r>
            <a:r>
              <a:rPr lang="en-US"/>
              <a:t> et ligula </a:t>
            </a:r>
            <a:r>
              <a:rPr lang="en-US" err="1"/>
              <a:t>ullamcorper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 </a:t>
            </a:r>
            <a:r>
              <a:rPr lang="en-US" err="1"/>
              <a:t>proin</a:t>
            </a:r>
            <a:r>
              <a:rPr lang="en-US"/>
              <a:t> libero </a:t>
            </a:r>
            <a:r>
              <a:rPr lang="en-US" err="1"/>
              <a:t>nunc</a:t>
            </a:r>
            <a:r>
              <a:rPr lang="en-US"/>
              <a:t>.</a:t>
            </a:r>
          </a:p>
        </p:txBody>
      </p:sp>
      <p:sp>
        <p:nvSpPr>
          <p:cNvPr id="51" name="Text Placeholder 4">
            <a:extLst>
              <a:ext uri="{FF2B5EF4-FFF2-40B4-BE49-F238E27FC236}">
                <a16:creationId xmlns:a16="http://schemas.microsoft.com/office/drawing/2014/main" id="{64B03BB7-5EDC-A24B-AB82-587FC8849757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560130" y="3424046"/>
            <a:ext cx="1924521" cy="71498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buNone/>
              <a:defRPr sz="1200" b="0" i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Add text—</a:t>
            </a:r>
            <a:r>
              <a:rPr lang="en-US" err="1"/>
              <a:t>sepien</a:t>
            </a:r>
            <a:r>
              <a:rPr lang="en-US"/>
              <a:t> et ligula </a:t>
            </a:r>
            <a:r>
              <a:rPr lang="en-US" err="1"/>
              <a:t>ullamcorper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 </a:t>
            </a:r>
            <a:r>
              <a:rPr lang="en-US" err="1"/>
              <a:t>proin</a:t>
            </a:r>
            <a:r>
              <a:rPr lang="en-US"/>
              <a:t> libero </a:t>
            </a:r>
            <a:r>
              <a:rPr lang="en-US" err="1"/>
              <a:t>nunc</a:t>
            </a:r>
            <a:r>
              <a:rPr lang="en-US"/>
              <a:t>.</a:t>
            </a:r>
          </a:p>
        </p:txBody>
      </p:sp>
      <p:sp>
        <p:nvSpPr>
          <p:cNvPr id="52" name="Text Placeholder 4">
            <a:extLst>
              <a:ext uri="{FF2B5EF4-FFF2-40B4-BE49-F238E27FC236}">
                <a16:creationId xmlns:a16="http://schemas.microsoft.com/office/drawing/2014/main" id="{9D739BD5-61A3-4B4A-BAF0-2302FCB9925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560130" y="5571345"/>
            <a:ext cx="1924520" cy="71498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buNone/>
              <a:defRPr sz="1200" b="0" i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Add text—</a:t>
            </a:r>
            <a:r>
              <a:rPr lang="en-US" err="1"/>
              <a:t>sepien</a:t>
            </a:r>
            <a:r>
              <a:rPr lang="en-US"/>
              <a:t> et ligula </a:t>
            </a:r>
            <a:r>
              <a:rPr lang="en-US" err="1"/>
              <a:t>ullamcorper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 </a:t>
            </a:r>
            <a:r>
              <a:rPr lang="en-US" err="1"/>
              <a:t>proin</a:t>
            </a:r>
            <a:r>
              <a:rPr lang="en-US"/>
              <a:t> libero </a:t>
            </a:r>
            <a:r>
              <a:rPr lang="en-US" err="1"/>
              <a:t>nunc</a:t>
            </a:r>
            <a:r>
              <a:rPr lang="en-US"/>
              <a:t>.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6548677B-61C8-1A4D-8C33-27190397990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8600" y="1325706"/>
            <a:ext cx="4343400" cy="114729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3200" b="0" i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Add body text here– as a caption</a:t>
            </a:r>
          </a:p>
        </p:txBody>
      </p:sp>
      <p:sp>
        <p:nvSpPr>
          <p:cNvPr id="23" name="Slide Number Placeholder 5">
            <a:extLst>
              <a:ext uri="{FF2B5EF4-FFF2-40B4-BE49-F238E27FC236}">
                <a16:creationId xmlns:a16="http://schemas.microsoft.com/office/drawing/2014/main" id="{23C7BE69-7B56-B043-8F79-03D68ACFED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</a:lstStyle>
          <a:p>
            <a:fld id="{BB55D76A-9B6E-CD41-ABBE-F6C938295BA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782E6AB1-3AD0-734E-BB66-52D31474D7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599" y="294477"/>
            <a:ext cx="5638801" cy="28107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0" i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heading here</a:t>
            </a:r>
          </a:p>
        </p:txBody>
      </p:sp>
      <p:sp>
        <p:nvSpPr>
          <p:cNvPr id="27" name="Text Placeholder 57">
            <a:extLst>
              <a:ext uri="{FF2B5EF4-FFF2-40B4-BE49-F238E27FC236}">
                <a16:creationId xmlns:a16="http://schemas.microsoft.com/office/drawing/2014/main" id="{764D90E9-CF3D-D545-B3AF-220D056ACE58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228600" y="714025"/>
            <a:ext cx="5639106" cy="3108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400" b="0" i="0" dirty="0" smtClean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Add subheading here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515B666A-1C2F-A545-A6BA-B8A519DE1828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228600" y="3277126"/>
            <a:ext cx="4343164" cy="2742673"/>
          </a:xfrm>
        </p:spPr>
        <p:txBody>
          <a:bodyPr/>
          <a:lstStyle>
            <a:lvl1pPr>
              <a:defRPr sz="1200">
                <a:solidFill>
                  <a:srgbClr val="3D3C3C"/>
                </a:solidFill>
              </a:defRPr>
            </a:lvl1pPr>
            <a:lvl2pPr>
              <a:defRPr sz="1200">
                <a:solidFill>
                  <a:srgbClr val="3D3C3C"/>
                </a:solidFill>
              </a:defRPr>
            </a:lvl2pPr>
            <a:lvl3pPr marL="698500" indent="-171450">
              <a:defRPr lang="en-US" sz="1200" b="0" i="0" kern="1200" dirty="0">
                <a:solidFill>
                  <a:srgbClr val="3D3C3C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defRPr sz="1200">
                <a:solidFill>
                  <a:srgbClr val="3D3C3C"/>
                </a:solidFill>
              </a:defRPr>
            </a:lvl4pPr>
            <a:lvl5pPr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Chart Placeholder 16">
            <a:extLst>
              <a:ext uri="{FF2B5EF4-FFF2-40B4-BE49-F238E27FC236}">
                <a16:creationId xmlns:a16="http://schemas.microsoft.com/office/drawing/2014/main" id="{3A0BBCBA-C8E1-4AB5-A9BB-F058E066BFF0}"/>
              </a:ext>
            </a:extLst>
          </p:cNvPr>
          <p:cNvSpPr>
            <a:spLocks noGrp="1"/>
          </p:cNvSpPr>
          <p:nvPr>
            <p:ph type="chart" sz="quarter" idx="29" hasCustomPrompt="1"/>
          </p:nvPr>
        </p:nvSpPr>
        <p:spPr>
          <a:xfrm>
            <a:off x="9381035" y="343425"/>
            <a:ext cx="2590800" cy="162775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b="0" i="0">
                <a:latin typeface="TWK Everett" panose="020B0204000000000000" pitchFamily="34" charset="77"/>
              </a:defRPr>
            </a:lvl1pPr>
          </a:lstStyle>
          <a:p>
            <a:r>
              <a:rPr lang="en-US"/>
              <a:t>PIE CHART</a:t>
            </a:r>
          </a:p>
        </p:txBody>
      </p:sp>
      <p:sp>
        <p:nvSpPr>
          <p:cNvPr id="19" name="Chart Placeholder 16">
            <a:extLst>
              <a:ext uri="{FF2B5EF4-FFF2-40B4-BE49-F238E27FC236}">
                <a16:creationId xmlns:a16="http://schemas.microsoft.com/office/drawing/2014/main" id="{72D911F8-A9E0-48DA-996A-E5B9C4937BDE}"/>
              </a:ext>
            </a:extLst>
          </p:cNvPr>
          <p:cNvSpPr>
            <a:spLocks noGrp="1"/>
          </p:cNvSpPr>
          <p:nvPr>
            <p:ph type="chart" sz="quarter" idx="30" hasCustomPrompt="1"/>
          </p:nvPr>
        </p:nvSpPr>
        <p:spPr>
          <a:xfrm>
            <a:off x="9372600" y="2490724"/>
            <a:ext cx="2590800" cy="164830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b="0" i="0">
                <a:latin typeface="TWK Everett" panose="020B0204000000000000" pitchFamily="34" charset="77"/>
              </a:defRPr>
            </a:lvl1pPr>
          </a:lstStyle>
          <a:p>
            <a:r>
              <a:rPr lang="en-US"/>
              <a:t>PIE CHART</a:t>
            </a:r>
          </a:p>
        </p:txBody>
      </p:sp>
      <p:sp>
        <p:nvSpPr>
          <p:cNvPr id="21" name="Chart Placeholder 16">
            <a:extLst>
              <a:ext uri="{FF2B5EF4-FFF2-40B4-BE49-F238E27FC236}">
                <a16:creationId xmlns:a16="http://schemas.microsoft.com/office/drawing/2014/main" id="{45F1F91B-EA51-422E-BFBC-19578BC3CD23}"/>
              </a:ext>
            </a:extLst>
          </p:cNvPr>
          <p:cNvSpPr>
            <a:spLocks noGrp="1"/>
          </p:cNvSpPr>
          <p:nvPr>
            <p:ph type="chart" sz="quarter" idx="31" hasCustomPrompt="1"/>
          </p:nvPr>
        </p:nvSpPr>
        <p:spPr>
          <a:xfrm>
            <a:off x="9372601" y="4638023"/>
            <a:ext cx="2590800" cy="164830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b="0" i="0">
                <a:latin typeface="TWK Everett" panose="020B0204000000000000" pitchFamily="34" charset="77"/>
              </a:defRPr>
            </a:lvl1pPr>
          </a:lstStyle>
          <a:p>
            <a:r>
              <a:rPr lang="en-US"/>
              <a:t>PIE CHART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2F6B938-8518-BCEA-57A7-EA25437D3BC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0" y="6342513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4707180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w 3 Data Series (Right)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BC938A9-452C-1549-BE20-0A5AA1D7F600}"/>
              </a:ext>
            </a:extLst>
          </p:cNvPr>
          <p:cNvSpPr/>
          <p:nvPr userDrawn="1"/>
        </p:nvSpPr>
        <p:spPr>
          <a:xfrm>
            <a:off x="6096000" y="0"/>
            <a:ext cx="6096001" cy="6858000"/>
          </a:xfrm>
          <a:prstGeom prst="rect">
            <a:avLst/>
          </a:prstGeom>
          <a:solidFill>
            <a:srgbClr val="2970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b="0" i="0">
              <a:solidFill>
                <a:srgbClr val="29707A"/>
              </a:solidFill>
              <a:latin typeface="TWK Everett" panose="020B0204000000000000" pitchFamily="34" charset="77"/>
            </a:endParaRPr>
          </a:p>
        </p:txBody>
      </p:sp>
      <p:sp>
        <p:nvSpPr>
          <p:cNvPr id="47" name="Content Placeholder 2">
            <a:extLst>
              <a:ext uri="{FF2B5EF4-FFF2-40B4-BE49-F238E27FC236}">
                <a16:creationId xmlns:a16="http://schemas.microsoft.com/office/drawing/2014/main" id="{0EE8F709-F96A-174E-8BD3-B90D583D96F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560130" y="2490724"/>
            <a:ext cx="1924521" cy="879674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6200" b="0" i="0">
                <a:ln w="12700">
                  <a:solidFill>
                    <a:srgbClr val="4CDD84"/>
                  </a:solidFill>
                </a:ln>
                <a:noFill/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43%</a:t>
            </a:r>
          </a:p>
        </p:txBody>
      </p:sp>
      <p:sp>
        <p:nvSpPr>
          <p:cNvPr id="48" name="Content Placeholder 2">
            <a:extLst>
              <a:ext uri="{FF2B5EF4-FFF2-40B4-BE49-F238E27FC236}">
                <a16:creationId xmlns:a16="http://schemas.microsoft.com/office/drawing/2014/main" id="{2F775E0D-BE32-DC44-A8AF-F3BFCA8B5CAD}"/>
              </a:ext>
            </a:extLst>
          </p:cNvPr>
          <p:cNvSpPr>
            <a:spLocks noGrp="1"/>
          </p:cNvSpPr>
          <p:nvPr>
            <p:ph idx="27" hasCustomPrompt="1"/>
          </p:nvPr>
        </p:nvSpPr>
        <p:spPr>
          <a:xfrm>
            <a:off x="6560130" y="4638023"/>
            <a:ext cx="1924521" cy="879674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6200" b="0" i="0">
                <a:ln w="12700">
                  <a:solidFill>
                    <a:srgbClr val="4CDD84"/>
                  </a:solidFill>
                </a:ln>
                <a:noFill/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43%</a:t>
            </a:r>
          </a:p>
        </p:txBody>
      </p:sp>
      <p:sp>
        <p:nvSpPr>
          <p:cNvPr id="49" name="Content Placeholder 2">
            <a:extLst>
              <a:ext uri="{FF2B5EF4-FFF2-40B4-BE49-F238E27FC236}">
                <a16:creationId xmlns:a16="http://schemas.microsoft.com/office/drawing/2014/main" id="{1B052F5E-4798-9045-911D-7DAF79460AC8}"/>
              </a:ext>
            </a:extLst>
          </p:cNvPr>
          <p:cNvSpPr>
            <a:spLocks noGrp="1"/>
          </p:cNvSpPr>
          <p:nvPr>
            <p:ph idx="28" hasCustomPrompt="1"/>
          </p:nvPr>
        </p:nvSpPr>
        <p:spPr>
          <a:xfrm>
            <a:off x="6560130" y="343425"/>
            <a:ext cx="1924521" cy="879674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6200" b="0" i="0">
                <a:ln w="12700">
                  <a:solidFill>
                    <a:srgbClr val="4CDD84"/>
                  </a:solidFill>
                </a:ln>
                <a:noFill/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43%</a:t>
            </a:r>
          </a:p>
        </p:txBody>
      </p:sp>
      <p:sp>
        <p:nvSpPr>
          <p:cNvPr id="50" name="Text Placeholder 4">
            <a:extLst>
              <a:ext uri="{FF2B5EF4-FFF2-40B4-BE49-F238E27FC236}">
                <a16:creationId xmlns:a16="http://schemas.microsoft.com/office/drawing/2014/main" id="{AD0D975F-B435-184D-BBBA-DD4B4F13A20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560130" y="1256199"/>
            <a:ext cx="1924520" cy="71498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buNone/>
              <a:defRPr sz="1200" b="0" i="0">
                <a:solidFill>
                  <a:srgbClr val="E4F4F1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Add text—</a:t>
            </a:r>
            <a:r>
              <a:rPr lang="en-US" err="1"/>
              <a:t>sepien</a:t>
            </a:r>
            <a:r>
              <a:rPr lang="en-US"/>
              <a:t> et ligula </a:t>
            </a:r>
            <a:r>
              <a:rPr lang="en-US" err="1"/>
              <a:t>ullamcorper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 </a:t>
            </a:r>
            <a:r>
              <a:rPr lang="en-US" err="1"/>
              <a:t>proin</a:t>
            </a:r>
            <a:r>
              <a:rPr lang="en-US"/>
              <a:t> libero </a:t>
            </a:r>
            <a:r>
              <a:rPr lang="en-US" err="1"/>
              <a:t>nunc</a:t>
            </a:r>
            <a:r>
              <a:rPr lang="en-US"/>
              <a:t>.</a:t>
            </a:r>
          </a:p>
        </p:txBody>
      </p:sp>
      <p:sp>
        <p:nvSpPr>
          <p:cNvPr id="51" name="Text Placeholder 4">
            <a:extLst>
              <a:ext uri="{FF2B5EF4-FFF2-40B4-BE49-F238E27FC236}">
                <a16:creationId xmlns:a16="http://schemas.microsoft.com/office/drawing/2014/main" id="{64B03BB7-5EDC-A24B-AB82-587FC8849757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560130" y="3424046"/>
            <a:ext cx="1924521" cy="71498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buNone/>
              <a:defRPr sz="1200" b="0" i="0">
                <a:solidFill>
                  <a:srgbClr val="E4F4F1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Add text—</a:t>
            </a:r>
            <a:r>
              <a:rPr lang="en-US" err="1"/>
              <a:t>sepien</a:t>
            </a:r>
            <a:r>
              <a:rPr lang="en-US"/>
              <a:t> et ligula </a:t>
            </a:r>
            <a:r>
              <a:rPr lang="en-US" err="1"/>
              <a:t>ullamcorper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 </a:t>
            </a:r>
            <a:r>
              <a:rPr lang="en-US" err="1"/>
              <a:t>proin</a:t>
            </a:r>
            <a:r>
              <a:rPr lang="en-US"/>
              <a:t> libero </a:t>
            </a:r>
            <a:r>
              <a:rPr lang="en-US" err="1"/>
              <a:t>nunc</a:t>
            </a:r>
            <a:r>
              <a:rPr lang="en-US"/>
              <a:t>.</a:t>
            </a:r>
          </a:p>
        </p:txBody>
      </p:sp>
      <p:sp>
        <p:nvSpPr>
          <p:cNvPr id="52" name="Text Placeholder 4">
            <a:extLst>
              <a:ext uri="{FF2B5EF4-FFF2-40B4-BE49-F238E27FC236}">
                <a16:creationId xmlns:a16="http://schemas.microsoft.com/office/drawing/2014/main" id="{9D739BD5-61A3-4B4A-BAF0-2302FCB9925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560130" y="5571345"/>
            <a:ext cx="1924520" cy="71498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buNone/>
              <a:defRPr sz="1200" b="0" i="0">
                <a:solidFill>
                  <a:srgbClr val="E4F4F1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Add text—</a:t>
            </a:r>
            <a:r>
              <a:rPr lang="en-US" err="1"/>
              <a:t>sepien</a:t>
            </a:r>
            <a:r>
              <a:rPr lang="en-US"/>
              <a:t> et ligula </a:t>
            </a:r>
            <a:r>
              <a:rPr lang="en-US" err="1"/>
              <a:t>ullamcorper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 </a:t>
            </a:r>
            <a:r>
              <a:rPr lang="en-US" err="1"/>
              <a:t>proin</a:t>
            </a:r>
            <a:r>
              <a:rPr lang="en-US"/>
              <a:t> libero </a:t>
            </a:r>
            <a:r>
              <a:rPr lang="en-US" err="1"/>
              <a:t>nunc</a:t>
            </a:r>
            <a:r>
              <a:rPr lang="en-US"/>
              <a:t>.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6548677B-61C8-1A4D-8C33-27190397990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8600" y="1325706"/>
            <a:ext cx="4343400" cy="114729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3200" b="0" i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Add body text here– as a caption</a:t>
            </a:r>
          </a:p>
        </p:txBody>
      </p:sp>
      <p:sp>
        <p:nvSpPr>
          <p:cNvPr id="23" name="Slide Number Placeholder 5">
            <a:extLst>
              <a:ext uri="{FF2B5EF4-FFF2-40B4-BE49-F238E27FC236}">
                <a16:creationId xmlns:a16="http://schemas.microsoft.com/office/drawing/2014/main" id="{23C7BE69-7B56-B043-8F79-03D68ACFED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</a:lstStyle>
          <a:p>
            <a:fld id="{BB55D76A-9B6E-CD41-ABBE-F6C938295BA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782E6AB1-3AD0-734E-BB66-52D31474D7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599" y="294477"/>
            <a:ext cx="5629635" cy="28107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0" i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heading here</a:t>
            </a:r>
          </a:p>
        </p:txBody>
      </p:sp>
      <p:sp>
        <p:nvSpPr>
          <p:cNvPr id="27" name="Text Placeholder 57">
            <a:extLst>
              <a:ext uri="{FF2B5EF4-FFF2-40B4-BE49-F238E27FC236}">
                <a16:creationId xmlns:a16="http://schemas.microsoft.com/office/drawing/2014/main" id="{764D90E9-CF3D-D545-B3AF-220D056ACE58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228600" y="714025"/>
            <a:ext cx="5629940" cy="3108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400" b="0" i="0" dirty="0" smtClean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Add subheading here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515B666A-1C2F-A545-A6BA-B8A519DE1828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228600" y="3277126"/>
            <a:ext cx="4343164" cy="2742673"/>
          </a:xfrm>
        </p:spPr>
        <p:txBody>
          <a:bodyPr/>
          <a:lstStyle>
            <a:lvl1pPr>
              <a:defRPr sz="1200">
                <a:solidFill>
                  <a:srgbClr val="3D3C3C"/>
                </a:solidFill>
              </a:defRPr>
            </a:lvl1pPr>
            <a:lvl2pPr>
              <a:defRPr sz="1200">
                <a:solidFill>
                  <a:srgbClr val="3D3C3C"/>
                </a:solidFill>
              </a:defRPr>
            </a:lvl2pPr>
            <a:lvl3pPr marL="698500" indent="-171450">
              <a:defRPr lang="en-US" sz="1200" b="0" i="0" kern="1200" dirty="0">
                <a:solidFill>
                  <a:srgbClr val="3D3C3C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defRPr sz="1200">
                <a:solidFill>
                  <a:srgbClr val="3D3C3C"/>
                </a:solidFill>
              </a:defRPr>
            </a:lvl4pPr>
            <a:lvl5pPr>
              <a:defRPr sz="12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Chart Placeholder 16">
            <a:extLst>
              <a:ext uri="{FF2B5EF4-FFF2-40B4-BE49-F238E27FC236}">
                <a16:creationId xmlns:a16="http://schemas.microsoft.com/office/drawing/2014/main" id="{3A0BBCBA-C8E1-4AB5-A9BB-F058E066BFF0}"/>
              </a:ext>
            </a:extLst>
          </p:cNvPr>
          <p:cNvSpPr>
            <a:spLocks noGrp="1"/>
          </p:cNvSpPr>
          <p:nvPr>
            <p:ph type="chart" sz="quarter" idx="29" hasCustomPrompt="1"/>
          </p:nvPr>
        </p:nvSpPr>
        <p:spPr>
          <a:xfrm>
            <a:off x="9381035" y="343425"/>
            <a:ext cx="2590800" cy="162775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b="0" i="0">
                <a:solidFill>
                  <a:srgbClr val="E4F4F1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PIE CHART</a:t>
            </a:r>
          </a:p>
        </p:txBody>
      </p:sp>
      <p:sp>
        <p:nvSpPr>
          <p:cNvPr id="19" name="Chart Placeholder 16">
            <a:extLst>
              <a:ext uri="{FF2B5EF4-FFF2-40B4-BE49-F238E27FC236}">
                <a16:creationId xmlns:a16="http://schemas.microsoft.com/office/drawing/2014/main" id="{72D911F8-A9E0-48DA-996A-E5B9C4937BDE}"/>
              </a:ext>
            </a:extLst>
          </p:cNvPr>
          <p:cNvSpPr>
            <a:spLocks noGrp="1"/>
          </p:cNvSpPr>
          <p:nvPr>
            <p:ph type="chart" sz="quarter" idx="30" hasCustomPrompt="1"/>
          </p:nvPr>
        </p:nvSpPr>
        <p:spPr>
          <a:xfrm>
            <a:off x="9372600" y="2490724"/>
            <a:ext cx="2590800" cy="164830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b="0" i="0">
                <a:solidFill>
                  <a:srgbClr val="E4F4F1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PIE CHART</a:t>
            </a:r>
          </a:p>
        </p:txBody>
      </p:sp>
      <p:sp>
        <p:nvSpPr>
          <p:cNvPr id="21" name="Chart Placeholder 16">
            <a:extLst>
              <a:ext uri="{FF2B5EF4-FFF2-40B4-BE49-F238E27FC236}">
                <a16:creationId xmlns:a16="http://schemas.microsoft.com/office/drawing/2014/main" id="{45F1F91B-EA51-422E-BFBC-19578BC3CD23}"/>
              </a:ext>
            </a:extLst>
          </p:cNvPr>
          <p:cNvSpPr>
            <a:spLocks noGrp="1"/>
          </p:cNvSpPr>
          <p:nvPr>
            <p:ph type="chart" sz="quarter" idx="31" hasCustomPrompt="1"/>
          </p:nvPr>
        </p:nvSpPr>
        <p:spPr>
          <a:xfrm>
            <a:off x="9372601" y="4638023"/>
            <a:ext cx="2590800" cy="164830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b="0" i="0">
                <a:solidFill>
                  <a:srgbClr val="E4F4F1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PIE CHART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D9B9204-7844-CB19-321D-8A41969E4CE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0" y="6342513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0852465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Tab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Slide Number Placeholder 5">
            <a:extLst>
              <a:ext uri="{FF2B5EF4-FFF2-40B4-BE49-F238E27FC236}">
                <a16:creationId xmlns:a16="http://schemas.microsoft.com/office/drawing/2014/main" id="{AC864F3C-846C-6846-B894-6D6BE496AB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</a:lstStyle>
          <a:p>
            <a:fld id="{BB55D76A-9B6E-CD41-ABBE-F6C938295BA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9" name="Title 1">
            <a:extLst>
              <a:ext uri="{FF2B5EF4-FFF2-40B4-BE49-F238E27FC236}">
                <a16:creationId xmlns:a16="http://schemas.microsoft.com/office/drawing/2014/main" id="{5E4086F1-8F3D-CC49-AD6A-981B2DD769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599" y="294477"/>
            <a:ext cx="10439401" cy="28107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0" i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heading here</a:t>
            </a:r>
          </a:p>
        </p:txBody>
      </p:sp>
      <p:sp>
        <p:nvSpPr>
          <p:cNvPr id="60" name="Text Placeholder 57">
            <a:extLst>
              <a:ext uri="{FF2B5EF4-FFF2-40B4-BE49-F238E27FC236}">
                <a16:creationId xmlns:a16="http://schemas.microsoft.com/office/drawing/2014/main" id="{523D2605-98E1-C540-A3BC-8F13295F1D1C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228600" y="714025"/>
            <a:ext cx="10439966" cy="3108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400" b="0" i="0" dirty="0" smtClean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Add subheading here</a:t>
            </a:r>
          </a:p>
        </p:txBody>
      </p:sp>
      <p:sp>
        <p:nvSpPr>
          <p:cNvPr id="61" name="Table Placeholder 2">
            <a:extLst>
              <a:ext uri="{FF2B5EF4-FFF2-40B4-BE49-F238E27FC236}">
                <a16:creationId xmlns:a16="http://schemas.microsoft.com/office/drawing/2014/main" id="{335387C9-B540-7242-96C0-2C325DE4E29E}"/>
              </a:ext>
            </a:extLst>
          </p:cNvPr>
          <p:cNvSpPr>
            <a:spLocks noGrp="1"/>
          </p:cNvSpPr>
          <p:nvPr>
            <p:ph type="tbl" sz="quarter" idx="56" hasCustomPrompt="1"/>
          </p:nvPr>
        </p:nvSpPr>
        <p:spPr>
          <a:xfrm>
            <a:off x="228434" y="1716860"/>
            <a:ext cx="5638966" cy="430294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ADD TABLE HERE</a:t>
            </a:r>
          </a:p>
        </p:txBody>
      </p:sp>
      <p:sp>
        <p:nvSpPr>
          <p:cNvPr id="8" name="Table Placeholder 2">
            <a:extLst>
              <a:ext uri="{FF2B5EF4-FFF2-40B4-BE49-F238E27FC236}">
                <a16:creationId xmlns:a16="http://schemas.microsoft.com/office/drawing/2014/main" id="{D80F0705-A022-4045-8792-F7E7A9E212B3}"/>
              </a:ext>
            </a:extLst>
          </p:cNvPr>
          <p:cNvSpPr>
            <a:spLocks noGrp="1"/>
          </p:cNvSpPr>
          <p:nvPr>
            <p:ph type="tbl" sz="quarter" idx="57" hasCustomPrompt="1"/>
          </p:nvPr>
        </p:nvSpPr>
        <p:spPr>
          <a:xfrm>
            <a:off x="6337920" y="1716860"/>
            <a:ext cx="5638966" cy="430294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ADD TABLE HERE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F62DC2C-C7F9-7BAD-EE4E-87743B8C9A6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0" y="6342513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8787106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ed List Spring Gree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>
            <a:extLst>
              <a:ext uri="{FF2B5EF4-FFF2-40B4-BE49-F238E27FC236}">
                <a16:creationId xmlns:a16="http://schemas.microsoft.com/office/drawing/2014/main" id="{E6899531-8154-F249-BFFD-54079D22589A}"/>
              </a:ext>
            </a:extLst>
          </p:cNvPr>
          <p:cNvSpPr/>
          <p:nvPr userDrawn="1"/>
        </p:nvSpPr>
        <p:spPr>
          <a:xfrm>
            <a:off x="3276600" y="0"/>
            <a:ext cx="89154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b="0" i="0">
              <a:latin typeface="TWK Everett" panose="020B0204000000000000" pitchFamily="34" charset="77"/>
            </a:endParaRPr>
          </a:p>
        </p:txBody>
      </p:sp>
      <p:sp>
        <p:nvSpPr>
          <p:cNvPr id="53" name="Slide Number Placeholder 5">
            <a:extLst>
              <a:ext uri="{FF2B5EF4-FFF2-40B4-BE49-F238E27FC236}">
                <a16:creationId xmlns:a16="http://schemas.microsoft.com/office/drawing/2014/main" id="{A8679A03-5236-3147-AA52-4643289064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</a:lstStyle>
          <a:p>
            <a:fld id="{BB55D76A-9B6E-CD41-ABBE-F6C938295BA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7" name="Title 1">
            <a:extLst>
              <a:ext uri="{FF2B5EF4-FFF2-40B4-BE49-F238E27FC236}">
                <a16:creationId xmlns:a16="http://schemas.microsoft.com/office/drawing/2014/main" id="{084226B9-DFD0-AC4C-9623-2ABBBDEF5F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599" y="294477"/>
            <a:ext cx="2819401" cy="28107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0" i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heading here</a:t>
            </a:r>
          </a:p>
        </p:txBody>
      </p:sp>
      <p:sp>
        <p:nvSpPr>
          <p:cNvPr id="58" name="Text Placeholder 57">
            <a:extLst>
              <a:ext uri="{FF2B5EF4-FFF2-40B4-BE49-F238E27FC236}">
                <a16:creationId xmlns:a16="http://schemas.microsoft.com/office/drawing/2014/main" id="{BB274BC4-8559-6840-8EED-14B31B565268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228600" y="714025"/>
            <a:ext cx="2819554" cy="3108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400" b="0" i="0" dirty="0" smtClean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Add subheading here</a:t>
            </a:r>
          </a:p>
        </p:txBody>
      </p:sp>
      <p:sp>
        <p:nvSpPr>
          <p:cNvPr id="3" name="Table Placeholder 2">
            <a:extLst>
              <a:ext uri="{FF2B5EF4-FFF2-40B4-BE49-F238E27FC236}">
                <a16:creationId xmlns:a16="http://schemas.microsoft.com/office/drawing/2014/main" id="{687CC35A-5913-DB48-89E7-73EDB3D06399}"/>
              </a:ext>
            </a:extLst>
          </p:cNvPr>
          <p:cNvSpPr>
            <a:spLocks noGrp="1"/>
          </p:cNvSpPr>
          <p:nvPr>
            <p:ph type="tbl" sz="quarter" idx="56" hasCustomPrompt="1"/>
          </p:nvPr>
        </p:nvSpPr>
        <p:spPr>
          <a:xfrm>
            <a:off x="4572000" y="876300"/>
            <a:ext cx="6096000" cy="514350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ADD TABLE HERE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24CC989-DCDF-3410-61E0-2C1AEE3105D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0" y="6342513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5539609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ed List Clou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>
            <a:extLst>
              <a:ext uri="{FF2B5EF4-FFF2-40B4-BE49-F238E27FC236}">
                <a16:creationId xmlns:a16="http://schemas.microsoft.com/office/drawing/2014/main" id="{E6899531-8154-F249-BFFD-54079D22589A}"/>
              </a:ext>
            </a:extLst>
          </p:cNvPr>
          <p:cNvSpPr/>
          <p:nvPr userDrawn="1"/>
        </p:nvSpPr>
        <p:spPr>
          <a:xfrm>
            <a:off x="3276600" y="0"/>
            <a:ext cx="8915400" cy="6858000"/>
          </a:xfrm>
          <a:prstGeom prst="rect">
            <a:avLst/>
          </a:prstGeom>
          <a:solidFill>
            <a:srgbClr val="F2F1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b="0" i="0">
              <a:latin typeface="TWK Everett" panose="020B0204000000000000" pitchFamily="34" charset="77"/>
            </a:endParaRPr>
          </a:p>
        </p:txBody>
      </p:sp>
      <p:sp>
        <p:nvSpPr>
          <p:cNvPr id="45" name="Slide Number Placeholder 5">
            <a:extLst>
              <a:ext uri="{FF2B5EF4-FFF2-40B4-BE49-F238E27FC236}">
                <a16:creationId xmlns:a16="http://schemas.microsoft.com/office/drawing/2014/main" id="{AC864F3C-846C-6846-B894-6D6BE496AB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</a:lstStyle>
          <a:p>
            <a:fld id="{BB55D76A-9B6E-CD41-ABBE-F6C938295BA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9" name="Title 1">
            <a:extLst>
              <a:ext uri="{FF2B5EF4-FFF2-40B4-BE49-F238E27FC236}">
                <a16:creationId xmlns:a16="http://schemas.microsoft.com/office/drawing/2014/main" id="{5E4086F1-8F3D-CC49-AD6A-981B2DD769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599" y="294477"/>
            <a:ext cx="2819401" cy="28107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0" i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heading here</a:t>
            </a:r>
          </a:p>
        </p:txBody>
      </p:sp>
      <p:sp>
        <p:nvSpPr>
          <p:cNvPr id="60" name="Text Placeholder 57">
            <a:extLst>
              <a:ext uri="{FF2B5EF4-FFF2-40B4-BE49-F238E27FC236}">
                <a16:creationId xmlns:a16="http://schemas.microsoft.com/office/drawing/2014/main" id="{523D2605-98E1-C540-A3BC-8F13295F1D1C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228600" y="714025"/>
            <a:ext cx="2819554" cy="3108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400" b="0" i="0" dirty="0" smtClean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Add subheading here</a:t>
            </a:r>
          </a:p>
        </p:txBody>
      </p:sp>
      <p:sp>
        <p:nvSpPr>
          <p:cNvPr id="61" name="Table Placeholder 2">
            <a:extLst>
              <a:ext uri="{FF2B5EF4-FFF2-40B4-BE49-F238E27FC236}">
                <a16:creationId xmlns:a16="http://schemas.microsoft.com/office/drawing/2014/main" id="{335387C9-B540-7242-96C0-2C325DE4E29E}"/>
              </a:ext>
            </a:extLst>
          </p:cNvPr>
          <p:cNvSpPr>
            <a:spLocks noGrp="1"/>
          </p:cNvSpPr>
          <p:nvPr>
            <p:ph type="tbl" sz="quarter" idx="56" hasCustomPrompt="1"/>
          </p:nvPr>
        </p:nvSpPr>
        <p:spPr>
          <a:xfrm>
            <a:off x="4572000" y="876300"/>
            <a:ext cx="6096000" cy="514350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ADD TABLE HERE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1EAF8CD-6730-3D0C-15B9-2962274E29D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0" y="6342513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137904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ed List Bl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>
            <a:extLst>
              <a:ext uri="{FF2B5EF4-FFF2-40B4-BE49-F238E27FC236}">
                <a16:creationId xmlns:a16="http://schemas.microsoft.com/office/drawing/2014/main" id="{E6899531-8154-F249-BFFD-54079D22589A}"/>
              </a:ext>
            </a:extLst>
          </p:cNvPr>
          <p:cNvSpPr/>
          <p:nvPr userDrawn="1"/>
        </p:nvSpPr>
        <p:spPr>
          <a:xfrm>
            <a:off x="3276600" y="0"/>
            <a:ext cx="8915400" cy="6858000"/>
          </a:xfrm>
          <a:prstGeom prst="rect">
            <a:avLst/>
          </a:prstGeom>
          <a:solidFill>
            <a:srgbClr val="DDED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b="0" i="0">
              <a:latin typeface="TWK Everett" panose="020B0204000000000000" pitchFamily="34" charset="77"/>
            </a:endParaRPr>
          </a:p>
        </p:txBody>
      </p:sp>
      <p:sp>
        <p:nvSpPr>
          <p:cNvPr id="45" name="Slide Number Placeholder 5">
            <a:extLst>
              <a:ext uri="{FF2B5EF4-FFF2-40B4-BE49-F238E27FC236}">
                <a16:creationId xmlns:a16="http://schemas.microsoft.com/office/drawing/2014/main" id="{A43F9380-EE94-6448-A41D-9DDBA8D4F5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</a:lstStyle>
          <a:p>
            <a:fld id="{BB55D76A-9B6E-CD41-ABBE-F6C938295BA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9" name="Title 1">
            <a:extLst>
              <a:ext uri="{FF2B5EF4-FFF2-40B4-BE49-F238E27FC236}">
                <a16:creationId xmlns:a16="http://schemas.microsoft.com/office/drawing/2014/main" id="{A70FD612-8821-EE49-A0C5-77C6111FD9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599" y="294477"/>
            <a:ext cx="2819401" cy="28107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0" i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heading here</a:t>
            </a:r>
          </a:p>
        </p:txBody>
      </p:sp>
      <p:sp>
        <p:nvSpPr>
          <p:cNvPr id="60" name="Text Placeholder 57">
            <a:extLst>
              <a:ext uri="{FF2B5EF4-FFF2-40B4-BE49-F238E27FC236}">
                <a16:creationId xmlns:a16="http://schemas.microsoft.com/office/drawing/2014/main" id="{3CF5CC65-92EA-304D-B5FD-87FA9451CC6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228600" y="714025"/>
            <a:ext cx="2819554" cy="3108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400" b="0" i="0" dirty="0" smtClean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Add subheading here</a:t>
            </a:r>
          </a:p>
        </p:txBody>
      </p:sp>
      <p:sp>
        <p:nvSpPr>
          <p:cNvPr id="61" name="Table Placeholder 2">
            <a:extLst>
              <a:ext uri="{FF2B5EF4-FFF2-40B4-BE49-F238E27FC236}">
                <a16:creationId xmlns:a16="http://schemas.microsoft.com/office/drawing/2014/main" id="{5F5CE32C-8106-1248-8E7D-0220696468D6}"/>
              </a:ext>
            </a:extLst>
          </p:cNvPr>
          <p:cNvSpPr>
            <a:spLocks noGrp="1"/>
          </p:cNvSpPr>
          <p:nvPr>
            <p:ph type="tbl" sz="quarter" idx="56" hasCustomPrompt="1"/>
          </p:nvPr>
        </p:nvSpPr>
        <p:spPr>
          <a:xfrm>
            <a:off x="4572000" y="876300"/>
            <a:ext cx="6096000" cy="514350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ADD TABLE HERE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7DDD3D8-15BF-3C53-0687-61B874B41FB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0" y="6342513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8272264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Number Placeholder 5">
            <a:extLst>
              <a:ext uri="{FF2B5EF4-FFF2-40B4-BE49-F238E27FC236}">
                <a16:creationId xmlns:a16="http://schemas.microsoft.com/office/drawing/2014/main" id="{634F4663-0B4A-8447-9D6F-40CDA939E6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</a:lstStyle>
          <a:p>
            <a:fld id="{BB55D76A-9B6E-CD41-ABBE-F6C938295BA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able Placeholder 2">
            <a:extLst>
              <a:ext uri="{FF2B5EF4-FFF2-40B4-BE49-F238E27FC236}">
                <a16:creationId xmlns:a16="http://schemas.microsoft.com/office/drawing/2014/main" id="{743C99B3-5983-A74C-AE34-2CF10800CFFB}"/>
              </a:ext>
            </a:extLst>
          </p:cNvPr>
          <p:cNvSpPr>
            <a:spLocks noGrp="1"/>
          </p:cNvSpPr>
          <p:nvPr>
            <p:ph type="tbl" sz="quarter" idx="27" hasCustomPrompt="1"/>
          </p:nvPr>
        </p:nvSpPr>
        <p:spPr>
          <a:xfrm>
            <a:off x="228600" y="1714500"/>
            <a:ext cx="11734800" cy="430530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TABLE</a:t>
            </a:r>
          </a:p>
        </p:txBody>
      </p:sp>
      <p:sp>
        <p:nvSpPr>
          <p:cNvPr id="39" name="Title 1">
            <a:extLst>
              <a:ext uri="{FF2B5EF4-FFF2-40B4-BE49-F238E27FC236}">
                <a16:creationId xmlns:a16="http://schemas.microsoft.com/office/drawing/2014/main" id="{76F04F07-B6C3-D64A-A8EB-8BD4B16258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599" y="294477"/>
            <a:ext cx="10439401" cy="28107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0" i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heading here</a:t>
            </a:r>
          </a:p>
        </p:txBody>
      </p:sp>
      <p:sp>
        <p:nvSpPr>
          <p:cNvPr id="40" name="Text Placeholder 57">
            <a:extLst>
              <a:ext uri="{FF2B5EF4-FFF2-40B4-BE49-F238E27FC236}">
                <a16:creationId xmlns:a16="http://schemas.microsoft.com/office/drawing/2014/main" id="{7E2547DE-EE34-4E4C-847E-F8CEB7838917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228600" y="714025"/>
            <a:ext cx="10439966" cy="3108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400" b="0" i="0" dirty="0" smtClean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Add subheading here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29DCC27-EFFF-EE3E-9898-3415D8007C3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0" y="6342513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0797328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ocess Char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B0A1A9D-031F-4331-825A-FD1C8B738EFD}"/>
              </a:ext>
            </a:extLst>
          </p:cNvPr>
          <p:cNvSpPr/>
          <p:nvPr userDrawn="1"/>
        </p:nvSpPr>
        <p:spPr>
          <a:xfrm>
            <a:off x="228600" y="1325418"/>
            <a:ext cx="2819400" cy="61917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407F6F4-9E55-4BC4-8704-1D382B6DD33C}"/>
              </a:ext>
            </a:extLst>
          </p:cNvPr>
          <p:cNvSpPr/>
          <p:nvPr userDrawn="1"/>
        </p:nvSpPr>
        <p:spPr>
          <a:xfrm>
            <a:off x="0" y="1870364"/>
            <a:ext cx="12192000" cy="498763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3116FF97-4445-BF40-AE91-BFFEC49483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</a:lstStyle>
          <a:p>
            <a:fld id="{BB55D76A-9B6E-CD41-ABBE-F6C938295BA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181F1528-7C93-7148-803C-FDD0C36D611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3789" y="2324990"/>
            <a:ext cx="2594211" cy="37932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Category</a:t>
            </a:r>
          </a:p>
        </p:txBody>
      </p:sp>
      <p:sp>
        <p:nvSpPr>
          <p:cNvPr id="26" name="Text Placeholder 17">
            <a:extLst>
              <a:ext uri="{FF2B5EF4-FFF2-40B4-BE49-F238E27FC236}">
                <a16:creationId xmlns:a16="http://schemas.microsoft.com/office/drawing/2014/main" id="{8295ABCC-E89D-B444-82DF-8B044869450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276601" y="2324990"/>
            <a:ext cx="2590800" cy="37932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Category</a:t>
            </a:r>
          </a:p>
        </p:txBody>
      </p:sp>
      <p:sp>
        <p:nvSpPr>
          <p:cNvPr id="28" name="Text Placeholder 17">
            <a:extLst>
              <a:ext uri="{FF2B5EF4-FFF2-40B4-BE49-F238E27FC236}">
                <a16:creationId xmlns:a16="http://schemas.microsoft.com/office/drawing/2014/main" id="{86557ABE-570C-D545-911A-E5C1FBAE419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323769" y="2324990"/>
            <a:ext cx="2591632" cy="37932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Category</a:t>
            </a:r>
          </a:p>
        </p:txBody>
      </p:sp>
      <p:sp>
        <p:nvSpPr>
          <p:cNvPr id="34" name="Text Placeholder 17">
            <a:extLst>
              <a:ext uri="{FF2B5EF4-FFF2-40B4-BE49-F238E27FC236}">
                <a16:creationId xmlns:a16="http://schemas.microsoft.com/office/drawing/2014/main" id="{3A7F10FF-CBA4-7D44-83DC-75C094FECF3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372601" y="2324990"/>
            <a:ext cx="2590800" cy="37932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Category</a:t>
            </a:r>
          </a:p>
        </p:txBody>
      </p:sp>
      <p:sp>
        <p:nvSpPr>
          <p:cNvPr id="36" name="Text Placeholder 17">
            <a:extLst>
              <a:ext uri="{FF2B5EF4-FFF2-40B4-BE49-F238E27FC236}">
                <a16:creationId xmlns:a16="http://schemas.microsoft.com/office/drawing/2014/main" id="{2C699DAB-206F-D643-A70A-B85E8C27A88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3789" y="1454047"/>
            <a:ext cx="2365611" cy="37932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400" b="1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Subheading</a:t>
            </a:r>
          </a:p>
        </p:txBody>
      </p:sp>
      <p:sp>
        <p:nvSpPr>
          <p:cNvPr id="37" name="Text Placeholder 17">
            <a:extLst>
              <a:ext uri="{FF2B5EF4-FFF2-40B4-BE49-F238E27FC236}">
                <a16:creationId xmlns:a16="http://schemas.microsoft.com/office/drawing/2014/main" id="{1BAF056B-960B-664A-8434-DD58A98A222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76600" y="1454047"/>
            <a:ext cx="2592716" cy="37932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400" b="1" i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Step</a:t>
            </a:r>
          </a:p>
        </p:txBody>
      </p:sp>
      <p:sp>
        <p:nvSpPr>
          <p:cNvPr id="38" name="Text Placeholder 17">
            <a:extLst>
              <a:ext uri="{FF2B5EF4-FFF2-40B4-BE49-F238E27FC236}">
                <a16:creationId xmlns:a16="http://schemas.microsoft.com/office/drawing/2014/main" id="{6FF8F0DC-0B57-2E41-81C2-5F66B8CF510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323768" y="1456371"/>
            <a:ext cx="2591632" cy="37932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400" b="1" i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Step</a:t>
            </a:r>
          </a:p>
        </p:txBody>
      </p:sp>
      <p:sp>
        <p:nvSpPr>
          <p:cNvPr id="39" name="Text Placeholder 17">
            <a:extLst>
              <a:ext uri="{FF2B5EF4-FFF2-40B4-BE49-F238E27FC236}">
                <a16:creationId xmlns:a16="http://schemas.microsoft.com/office/drawing/2014/main" id="{332D4C44-31E9-574D-A565-23C4B75109B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372600" y="1454047"/>
            <a:ext cx="2590800" cy="37932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400" b="1" i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Step</a:t>
            </a:r>
          </a:p>
        </p:txBody>
      </p:sp>
      <p:sp>
        <p:nvSpPr>
          <p:cNvPr id="44" name="Title 1">
            <a:extLst>
              <a:ext uri="{FF2B5EF4-FFF2-40B4-BE49-F238E27FC236}">
                <a16:creationId xmlns:a16="http://schemas.microsoft.com/office/drawing/2014/main" id="{96C91E94-E3C6-F441-BE0C-1FE98E6C87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599" y="294477"/>
            <a:ext cx="10439401" cy="28107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0" i="0">
                <a:solidFill>
                  <a:schemeClr val="accent1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heading here</a:t>
            </a:r>
          </a:p>
        </p:txBody>
      </p:sp>
      <p:sp>
        <p:nvSpPr>
          <p:cNvPr id="51" name="Text Placeholder 57">
            <a:extLst>
              <a:ext uri="{FF2B5EF4-FFF2-40B4-BE49-F238E27FC236}">
                <a16:creationId xmlns:a16="http://schemas.microsoft.com/office/drawing/2014/main" id="{D4DBD2DA-3AD2-C642-8C55-472AFA14ADD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228600" y="714025"/>
            <a:ext cx="10439966" cy="3108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400" b="0" i="0" dirty="0" smtClean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Add subheading here</a:t>
            </a:r>
          </a:p>
        </p:txBody>
      </p:sp>
      <p:sp>
        <p:nvSpPr>
          <p:cNvPr id="52" name="Text Placeholder 2">
            <a:extLst>
              <a:ext uri="{FF2B5EF4-FFF2-40B4-BE49-F238E27FC236}">
                <a16:creationId xmlns:a16="http://schemas.microsoft.com/office/drawing/2014/main" id="{10DDCB49-4846-B146-B0EF-71F476960308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66642" y="3230162"/>
            <a:ext cx="2590800" cy="2789638"/>
          </a:xfrm>
        </p:spPr>
        <p:txBody>
          <a:bodyPr/>
          <a:lstStyle>
            <a:lvl1pPr>
              <a:buClr>
                <a:schemeClr val="bg1"/>
              </a:buClr>
              <a:defRPr sz="1200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 sz="1200">
                <a:solidFill>
                  <a:schemeClr val="bg1"/>
                </a:solidFill>
              </a:defRPr>
            </a:lvl2pPr>
            <a:lvl3pPr marL="690563" indent="-163513">
              <a:buClr>
                <a:schemeClr val="bg1"/>
              </a:buClr>
              <a:buFont typeface="Courier New" panose="02070309020205020404" pitchFamily="49" charset="0"/>
              <a:buChar char="o"/>
              <a:tabLst/>
              <a:defRPr sz="120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12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E5214661-A1C2-714C-8FD6-F37BA412DA38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3287390" y="3230162"/>
            <a:ext cx="2590800" cy="2789638"/>
          </a:xfrm>
        </p:spPr>
        <p:txBody>
          <a:bodyPr/>
          <a:lstStyle>
            <a:lvl1pPr>
              <a:buClr>
                <a:schemeClr val="bg1"/>
              </a:buClr>
              <a:defRPr sz="1200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 sz="1200">
                <a:solidFill>
                  <a:schemeClr val="bg1"/>
                </a:solidFill>
              </a:defRPr>
            </a:lvl2pPr>
            <a:lvl3pPr marL="698500" indent="-171450">
              <a:buClr>
                <a:schemeClr val="bg1"/>
              </a:buClr>
              <a:defRPr lang="en-US" sz="1200" b="0" i="0" kern="1200" dirty="0">
                <a:solidFill>
                  <a:schemeClr val="bg1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buClr>
                <a:schemeClr val="bg1"/>
              </a:buClr>
              <a:defRPr sz="12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bg1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B302BA0B-8DE8-2447-9102-73B26408E4A8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29995" y="3230162"/>
            <a:ext cx="2590800" cy="2789638"/>
          </a:xfrm>
        </p:spPr>
        <p:txBody>
          <a:bodyPr/>
          <a:lstStyle>
            <a:lvl1pPr>
              <a:buClr>
                <a:schemeClr val="bg1"/>
              </a:buClr>
              <a:defRPr sz="1200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 sz="1200">
                <a:solidFill>
                  <a:schemeClr val="bg1"/>
                </a:solidFill>
              </a:defRPr>
            </a:lvl2pPr>
            <a:lvl3pPr marL="698500" indent="-171450">
              <a:buClr>
                <a:schemeClr val="bg1"/>
              </a:buClr>
              <a:defRPr lang="en-US" sz="1200" b="0" i="0" kern="1200" dirty="0">
                <a:solidFill>
                  <a:schemeClr val="bg1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buClr>
                <a:schemeClr val="bg1"/>
              </a:buClr>
              <a:defRPr sz="12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bg1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5" name="Text Placeholder 2">
            <a:extLst>
              <a:ext uri="{FF2B5EF4-FFF2-40B4-BE49-F238E27FC236}">
                <a16:creationId xmlns:a16="http://schemas.microsoft.com/office/drawing/2014/main" id="{AF2AF5BF-FCB0-4D40-89D7-86A641BF9435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380692" y="3230162"/>
            <a:ext cx="2590800" cy="2789638"/>
          </a:xfrm>
        </p:spPr>
        <p:txBody>
          <a:bodyPr/>
          <a:lstStyle>
            <a:lvl1pPr>
              <a:buClr>
                <a:schemeClr val="bg1"/>
              </a:buClr>
              <a:defRPr sz="1200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 sz="1200">
                <a:solidFill>
                  <a:schemeClr val="bg1"/>
                </a:solidFill>
              </a:defRPr>
            </a:lvl2pPr>
            <a:lvl3pPr marL="698500" indent="-171450">
              <a:buClr>
                <a:schemeClr val="bg1"/>
              </a:buClr>
              <a:defRPr lang="en-US" sz="1200" b="0" i="0" kern="1200" dirty="0">
                <a:solidFill>
                  <a:schemeClr val="bg1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buClr>
                <a:schemeClr val="bg1"/>
              </a:buClr>
              <a:defRPr sz="12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bg1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C489EC3-691D-323C-D778-25465BBEF92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1" y="6344685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9436651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ocess Char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867233C1-48E2-427E-B2C6-38E32055A963}"/>
              </a:ext>
            </a:extLst>
          </p:cNvPr>
          <p:cNvSpPr/>
          <p:nvPr userDrawn="1"/>
        </p:nvSpPr>
        <p:spPr>
          <a:xfrm>
            <a:off x="228600" y="1325418"/>
            <a:ext cx="2819400" cy="61917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F5FF190-10F1-4201-AE5D-1C3673291F69}"/>
              </a:ext>
            </a:extLst>
          </p:cNvPr>
          <p:cNvSpPr/>
          <p:nvPr userDrawn="1"/>
        </p:nvSpPr>
        <p:spPr>
          <a:xfrm>
            <a:off x="0" y="1870364"/>
            <a:ext cx="12192000" cy="498763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60C23041-45CB-C040-9C5A-DD33E3262E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</a:lstStyle>
          <a:p>
            <a:fld id="{BB55D76A-9B6E-CD41-ABBE-F6C938295BA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39137709-4275-4140-8465-53BD64A4AED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3789" y="2324990"/>
            <a:ext cx="2594211" cy="37932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Category</a:t>
            </a:r>
          </a:p>
        </p:txBody>
      </p:sp>
      <p:sp>
        <p:nvSpPr>
          <p:cNvPr id="25" name="Text Placeholder 17">
            <a:extLst>
              <a:ext uri="{FF2B5EF4-FFF2-40B4-BE49-F238E27FC236}">
                <a16:creationId xmlns:a16="http://schemas.microsoft.com/office/drawing/2014/main" id="{0EC246B4-F1D0-754E-B440-28226D2ADC1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276601" y="2324990"/>
            <a:ext cx="2590800" cy="37932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Category</a:t>
            </a:r>
          </a:p>
        </p:txBody>
      </p:sp>
      <p:sp>
        <p:nvSpPr>
          <p:cNvPr id="31" name="Text Placeholder 17">
            <a:extLst>
              <a:ext uri="{FF2B5EF4-FFF2-40B4-BE49-F238E27FC236}">
                <a16:creationId xmlns:a16="http://schemas.microsoft.com/office/drawing/2014/main" id="{D01DC6FC-9816-B845-ADAD-84758D8D273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323769" y="2324990"/>
            <a:ext cx="2591632" cy="37932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Category</a:t>
            </a:r>
          </a:p>
        </p:txBody>
      </p:sp>
      <p:sp>
        <p:nvSpPr>
          <p:cNvPr id="38" name="Text Placeholder 17">
            <a:extLst>
              <a:ext uri="{FF2B5EF4-FFF2-40B4-BE49-F238E27FC236}">
                <a16:creationId xmlns:a16="http://schemas.microsoft.com/office/drawing/2014/main" id="{825BF896-F0D4-614F-B330-1F766989021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3789" y="1454047"/>
            <a:ext cx="2365611" cy="37932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400" b="1" i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Subheading</a:t>
            </a:r>
          </a:p>
        </p:txBody>
      </p:sp>
      <p:sp>
        <p:nvSpPr>
          <p:cNvPr id="40" name="Text Placeholder 17">
            <a:extLst>
              <a:ext uri="{FF2B5EF4-FFF2-40B4-BE49-F238E27FC236}">
                <a16:creationId xmlns:a16="http://schemas.microsoft.com/office/drawing/2014/main" id="{9D299DA0-65CE-614C-B064-6912719EF7D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76600" y="1454047"/>
            <a:ext cx="2592716" cy="37932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400" b="1" i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Step</a:t>
            </a:r>
          </a:p>
        </p:txBody>
      </p:sp>
      <p:sp>
        <p:nvSpPr>
          <p:cNvPr id="43" name="Text Placeholder 17">
            <a:extLst>
              <a:ext uri="{FF2B5EF4-FFF2-40B4-BE49-F238E27FC236}">
                <a16:creationId xmlns:a16="http://schemas.microsoft.com/office/drawing/2014/main" id="{85BAD7E9-72C8-4044-B630-FC8F601134D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323768" y="1456371"/>
            <a:ext cx="2591632" cy="37932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400" b="1" i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Step</a:t>
            </a:r>
          </a:p>
        </p:txBody>
      </p:sp>
      <p:sp>
        <p:nvSpPr>
          <p:cNvPr id="50" name="Title 1">
            <a:extLst>
              <a:ext uri="{FF2B5EF4-FFF2-40B4-BE49-F238E27FC236}">
                <a16:creationId xmlns:a16="http://schemas.microsoft.com/office/drawing/2014/main" id="{B54EF588-9AC7-4947-A06B-1CE0E07D15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599" y="294477"/>
            <a:ext cx="10439401" cy="28107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0" i="0">
                <a:solidFill>
                  <a:schemeClr val="accent1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heading here</a:t>
            </a:r>
          </a:p>
        </p:txBody>
      </p:sp>
      <p:sp>
        <p:nvSpPr>
          <p:cNvPr id="51" name="Text Placeholder 57">
            <a:extLst>
              <a:ext uri="{FF2B5EF4-FFF2-40B4-BE49-F238E27FC236}">
                <a16:creationId xmlns:a16="http://schemas.microsoft.com/office/drawing/2014/main" id="{672A8537-72C1-2E4B-B560-7BDCA4C1CB4C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228600" y="714025"/>
            <a:ext cx="10439968" cy="3108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400" b="0" i="0" dirty="0" smtClean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Add subheading here</a:t>
            </a:r>
          </a:p>
        </p:txBody>
      </p:sp>
      <p:sp>
        <p:nvSpPr>
          <p:cNvPr id="52" name="Text Placeholder 2">
            <a:extLst>
              <a:ext uri="{FF2B5EF4-FFF2-40B4-BE49-F238E27FC236}">
                <a16:creationId xmlns:a16="http://schemas.microsoft.com/office/drawing/2014/main" id="{65A10F9C-411F-AA4A-9E2C-D8BAEEFCAF25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66642" y="3230162"/>
            <a:ext cx="2590800" cy="2789638"/>
          </a:xfrm>
        </p:spPr>
        <p:txBody>
          <a:bodyPr/>
          <a:lstStyle>
            <a:lvl1pPr>
              <a:buClr>
                <a:schemeClr val="tx2"/>
              </a:buClr>
              <a:defRPr sz="1200">
                <a:solidFill>
                  <a:schemeClr val="tx2"/>
                </a:solidFill>
              </a:defRPr>
            </a:lvl1pPr>
            <a:lvl2pPr>
              <a:buClr>
                <a:schemeClr val="tx2"/>
              </a:buClr>
              <a:defRPr sz="1200">
                <a:solidFill>
                  <a:schemeClr val="tx2"/>
                </a:solidFill>
              </a:defRPr>
            </a:lvl2pPr>
            <a:lvl3pPr marL="690563" indent="-163513">
              <a:buClr>
                <a:srgbClr val="042315"/>
              </a:buClr>
              <a:buFont typeface="Courier New" panose="02070309020205020404" pitchFamily="49" charset="0"/>
              <a:buChar char="o"/>
              <a:tabLst/>
              <a:defRPr sz="1200">
                <a:solidFill>
                  <a:schemeClr val="tx2"/>
                </a:solidFill>
              </a:defRPr>
            </a:lvl3pPr>
            <a:lvl4pPr>
              <a:buClr>
                <a:schemeClr val="tx2"/>
              </a:buClr>
              <a:defRPr sz="1200">
                <a:solidFill>
                  <a:schemeClr val="tx2"/>
                </a:solidFill>
              </a:defRPr>
            </a:lvl4pPr>
            <a:lvl5pPr>
              <a:buClr>
                <a:schemeClr val="tx2"/>
              </a:buClr>
              <a:defRPr sz="12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2DD909CB-E93C-0944-B3AD-BFBF8FC7DDC5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3287390" y="3230162"/>
            <a:ext cx="2590800" cy="2789638"/>
          </a:xfrm>
        </p:spPr>
        <p:txBody>
          <a:bodyPr/>
          <a:lstStyle>
            <a:lvl1pPr>
              <a:buClr>
                <a:schemeClr val="tx2"/>
              </a:buClr>
              <a:defRPr sz="1200">
                <a:solidFill>
                  <a:schemeClr val="tx2"/>
                </a:solidFill>
              </a:defRPr>
            </a:lvl1pPr>
            <a:lvl2pPr>
              <a:buClr>
                <a:schemeClr val="tx2"/>
              </a:buClr>
              <a:defRPr sz="1200">
                <a:solidFill>
                  <a:schemeClr val="tx2"/>
                </a:solidFill>
              </a:defRPr>
            </a:lvl2pPr>
            <a:lvl3pPr marL="698500" indent="-171450">
              <a:buClr>
                <a:schemeClr val="tx2"/>
              </a:buClr>
              <a:defRPr lang="en-US" sz="1200" b="0" i="0" kern="1200" dirty="0" smtClean="0">
                <a:solidFill>
                  <a:schemeClr val="tx2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buClr>
                <a:schemeClr val="tx2"/>
              </a:buClr>
              <a:defRPr sz="1200">
                <a:solidFill>
                  <a:schemeClr val="tx2"/>
                </a:solidFill>
              </a:defRPr>
            </a:lvl4pPr>
            <a:lvl5pPr>
              <a:buClr>
                <a:schemeClr val="tx2"/>
              </a:buClr>
              <a:defRPr sz="12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042315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0B7E7D2A-5EB7-4E40-88FC-349939DAE0E2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29995" y="3230162"/>
            <a:ext cx="2590800" cy="2789638"/>
          </a:xfrm>
        </p:spPr>
        <p:txBody>
          <a:bodyPr/>
          <a:lstStyle>
            <a:lvl1pPr>
              <a:buClr>
                <a:schemeClr val="tx2"/>
              </a:buClr>
              <a:defRPr sz="1200">
                <a:solidFill>
                  <a:schemeClr val="tx2"/>
                </a:solidFill>
              </a:defRPr>
            </a:lvl1pPr>
            <a:lvl2pPr>
              <a:buClr>
                <a:schemeClr val="tx2"/>
              </a:buClr>
              <a:defRPr sz="1200">
                <a:solidFill>
                  <a:schemeClr val="tx2"/>
                </a:solidFill>
              </a:defRPr>
            </a:lvl2pPr>
            <a:lvl3pPr marL="698500" indent="-171450">
              <a:buClr>
                <a:schemeClr val="tx2"/>
              </a:buClr>
              <a:defRPr lang="en-US" sz="1200" b="0" i="0" kern="1200" dirty="0">
                <a:solidFill>
                  <a:schemeClr val="tx2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buClr>
                <a:schemeClr val="tx2"/>
              </a:buClr>
              <a:defRPr sz="1200">
                <a:solidFill>
                  <a:schemeClr val="tx2"/>
                </a:solidFill>
              </a:defRPr>
            </a:lvl4pPr>
            <a:lvl5pPr>
              <a:buClr>
                <a:schemeClr val="tx2"/>
              </a:buClr>
              <a:defRPr sz="12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042315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7">
            <a:extLst>
              <a:ext uri="{FF2B5EF4-FFF2-40B4-BE49-F238E27FC236}">
                <a16:creationId xmlns:a16="http://schemas.microsoft.com/office/drawing/2014/main" id="{B39E6ED3-4CD7-49CA-A458-BB6774387EB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372601" y="2324990"/>
            <a:ext cx="2590800" cy="37932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Category</a:t>
            </a:r>
          </a:p>
        </p:txBody>
      </p:sp>
      <p:sp>
        <p:nvSpPr>
          <p:cNvPr id="17" name="Text Placeholder 17">
            <a:extLst>
              <a:ext uri="{FF2B5EF4-FFF2-40B4-BE49-F238E27FC236}">
                <a16:creationId xmlns:a16="http://schemas.microsoft.com/office/drawing/2014/main" id="{AEFC73BE-DDBB-4D8B-9CA4-D050AD20744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372600" y="1454047"/>
            <a:ext cx="2590800" cy="37932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400" b="1" i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Step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31B2FF86-28F1-4C18-B526-42934A5F2E6C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380692" y="3230162"/>
            <a:ext cx="2590800" cy="2789638"/>
          </a:xfrm>
        </p:spPr>
        <p:txBody>
          <a:bodyPr/>
          <a:lstStyle>
            <a:lvl1pPr>
              <a:buClr>
                <a:schemeClr val="bg1"/>
              </a:buClr>
              <a:defRPr sz="1200">
                <a:solidFill>
                  <a:schemeClr val="tx2"/>
                </a:solidFill>
              </a:defRPr>
            </a:lvl1pPr>
            <a:lvl2pPr>
              <a:buClr>
                <a:schemeClr val="bg1"/>
              </a:buClr>
              <a:defRPr sz="1200">
                <a:solidFill>
                  <a:schemeClr val="tx2"/>
                </a:solidFill>
              </a:defRPr>
            </a:lvl2pPr>
            <a:lvl3pPr marL="698500" indent="-171450">
              <a:buClr>
                <a:schemeClr val="bg1"/>
              </a:buClr>
              <a:defRPr lang="en-US" sz="1200" b="0" i="0" kern="1200" dirty="0">
                <a:solidFill>
                  <a:schemeClr val="tx2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buClr>
                <a:schemeClr val="bg1"/>
              </a:buClr>
              <a:defRPr sz="1200">
                <a:solidFill>
                  <a:schemeClr val="tx2"/>
                </a:solidFill>
              </a:defRPr>
            </a:lvl4pPr>
            <a:lvl5pPr>
              <a:buClr>
                <a:schemeClr val="bg1"/>
              </a:buClr>
              <a:defRPr sz="12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042315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DA7BCC3-AEA8-BCDF-504B-0A3E62E0488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1" y="6343599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6426603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ocess Char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A6AEFE81-BF82-4FA1-B342-B6823A6FA12C}"/>
              </a:ext>
            </a:extLst>
          </p:cNvPr>
          <p:cNvSpPr/>
          <p:nvPr userDrawn="1"/>
        </p:nvSpPr>
        <p:spPr>
          <a:xfrm>
            <a:off x="228600" y="1325418"/>
            <a:ext cx="2819400" cy="61917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52D97EC-971A-4805-9D10-C3F0AE18C118}"/>
              </a:ext>
            </a:extLst>
          </p:cNvPr>
          <p:cNvSpPr/>
          <p:nvPr userDrawn="1"/>
        </p:nvSpPr>
        <p:spPr>
          <a:xfrm>
            <a:off x="0" y="1870364"/>
            <a:ext cx="12192000" cy="49876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Slide Number Placeholder 5">
            <a:extLst>
              <a:ext uri="{FF2B5EF4-FFF2-40B4-BE49-F238E27FC236}">
                <a16:creationId xmlns:a16="http://schemas.microsoft.com/office/drawing/2014/main" id="{F1808E42-71B3-BB49-9A56-CAF0072E42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chemeClr val="accent1"/>
                </a:solidFill>
                <a:latin typeface="TWK Everett" panose="020B0204000000000000" pitchFamily="34" charset="77"/>
              </a:defRPr>
            </a:lvl1pPr>
          </a:lstStyle>
          <a:p>
            <a:fld id="{BB55D76A-9B6E-CD41-ABBE-F6C938295BA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9" name="Text Placeholder 17">
            <a:extLst>
              <a:ext uri="{FF2B5EF4-FFF2-40B4-BE49-F238E27FC236}">
                <a16:creationId xmlns:a16="http://schemas.microsoft.com/office/drawing/2014/main" id="{F75C68DB-2951-1A44-A054-DCB57397752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3789" y="2324990"/>
            <a:ext cx="2594211" cy="37932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accent1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Category</a:t>
            </a:r>
          </a:p>
        </p:txBody>
      </p:sp>
      <p:sp>
        <p:nvSpPr>
          <p:cNvPr id="31" name="Text Placeholder 17">
            <a:extLst>
              <a:ext uri="{FF2B5EF4-FFF2-40B4-BE49-F238E27FC236}">
                <a16:creationId xmlns:a16="http://schemas.microsoft.com/office/drawing/2014/main" id="{EBCB5D1A-0C51-C74C-973A-DFE7F04DC47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276601" y="2324990"/>
            <a:ext cx="2590800" cy="37932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accent1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Category</a:t>
            </a:r>
          </a:p>
        </p:txBody>
      </p:sp>
      <p:sp>
        <p:nvSpPr>
          <p:cNvPr id="33" name="Text Placeholder 17">
            <a:extLst>
              <a:ext uri="{FF2B5EF4-FFF2-40B4-BE49-F238E27FC236}">
                <a16:creationId xmlns:a16="http://schemas.microsoft.com/office/drawing/2014/main" id="{9923D297-C75B-7C49-BAE4-03E8D0793F8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323769" y="2324990"/>
            <a:ext cx="2591632" cy="37932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accent1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Category</a:t>
            </a:r>
          </a:p>
        </p:txBody>
      </p:sp>
      <p:sp>
        <p:nvSpPr>
          <p:cNvPr id="35" name="Text Placeholder 17">
            <a:extLst>
              <a:ext uri="{FF2B5EF4-FFF2-40B4-BE49-F238E27FC236}">
                <a16:creationId xmlns:a16="http://schemas.microsoft.com/office/drawing/2014/main" id="{A30F8217-0AB2-5B4E-825A-A317C698435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372601" y="2324990"/>
            <a:ext cx="2590800" cy="37932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accent1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Category</a:t>
            </a:r>
          </a:p>
        </p:txBody>
      </p:sp>
      <p:sp>
        <p:nvSpPr>
          <p:cNvPr id="37" name="Text Placeholder 17">
            <a:extLst>
              <a:ext uri="{FF2B5EF4-FFF2-40B4-BE49-F238E27FC236}">
                <a16:creationId xmlns:a16="http://schemas.microsoft.com/office/drawing/2014/main" id="{37023B4A-0693-2342-B901-52D5F3C003F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3789" y="1454047"/>
            <a:ext cx="2365611" cy="37932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400" b="1" i="0">
                <a:solidFill>
                  <a:schemeClr val="accent1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Subheading</a:t>
            </a:r>
          </a:p>
        </p:txBody>
      </p:sp>
      <p:sp>
        <p:nvSpPr>
          <p:cNvPr id="38" name="Text Placeholder 17">
            <a:extLst>
              <a:ext uri="{FF2B5EF4-FFF2-40B4-BE49-F238E27FC236}">
                <a16:creationId xmlns:a16="http://schemas.microsoft.com/office/drawing/2014/main" id="{8EE0D4D9-E606-0D41-B8D6-CB52FB43688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76600" y="1454047"/>
            <a:ext cx="2592716" cy="37932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400" b="1" i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Step</a:t>
            </a:r>
          </a:p>
        </p:txBody>
      </p:sp>
      <p:sp>
        <p:nvSpPr>
          <p:cNvPr id="39" name="Text Placeholder 17">
            <a:extLst>
              <a:ext uri="{FF2B5EF4-FFF2-40B4-BE49-F238E27FC236}">
                <a16:creationId xmlns:a16="http://schemas.microsoft.com/office/drawing/2014/main" id="{C37CA248-422C-494E-854B-8921BCC60CD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323768" y="1456371"/>
            <a:ext cx="2591632" cy="37932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400" b="1" i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Step</a:t>
            </a:r>
          </a:p>
        </p:txBody>
      </p:sp>
      <p:sp>
        <p:nvSpPr>
          <p:cNvPr id="40" name="Text Placeholder 17">
            <a:extLst>
              <a:ext uri="{FF2B5EF4-FFF2-40B4-BE49-F238E27FC236}">
                <a16:creationId xmlns:a16="http://schemas.microsoft.com/office/drawing/2014/main" id="{885A4DC7-074E-D64E-A171-A9D1C3F5C29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372600" y="1454047"/>
            <a:ext cx="2590800" cy="37932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400" b="1" i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Step</a:t>
            </a:r>
          </a:p>
        </p:txBody>
      </p:sp>
      <p:sp>
        <p:nvSpPr>
          <p:cNvPr id="43" name="Title 1">
            <a:extLst>
              <a:ext uri="{FF2B5EF4-FFF2-40B4-BE49-F238E27FC236}">
                <a16:creationId xmlns:a16="http://schemas.microsoft.com/office/drawing/2014/main" id="{5CC07517-49B8-444D-8401-DC29C1F9F8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599" y="294477"/>
            <a:ext cx="10439401" cy="28107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0" i="0">
                <a:solidFill>
                  <a:schemeClr val="accent1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heading here</a:t>
            </a:r>
          </a:p>
        </p:txBody>
      </p:sp>
      <p:sp>
        <p:nvSpPr>
          <p:cNvPr id="44" name="Text Placeholder 57">
            <a:extLst>
              <a:ext uri="{FF2B5EF4-FFF2-40B4-BE49-F238E27FC236}">
                <a16:creationId xmlns:a16="http://schemas.microsoft.com/office/drawing/2014/main" id="{5C7CD894-CBF6-0B49-BD1D-03D16B2CD3BD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228600" y="714025"/>
            <a:ext cx="10439968" cy="3108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400" b="0" i="0" dirty="0" smtClean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Add subheading here</a:t>
            </a:r>
          </a:p>
        </p:txBody>
      </p:sp>
      <p:sp>
        <p:nvSpPr>
          <p:cNvPr id="45" name="Text Placeholder 2">
            <a:extLst>
              <a:ext uri="{FF2B5EF4-FFF2-40B4-BE49-F238E27FC236}">
                <a16:creationId xmlns:a16="http://schemas.microsoft.com/office/drawing/2014/main" id="{CE26EA23-B799-0445-8AE4-14799534E1A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66642" y="3230162"/>
            <a:ext cx="2590800" cy="2789638"/>
          </a:xfrm>
        </p:spPr>
        <p:txBody>
          <a:bodyPr/>
          <a:lstStyle>
            <a:lvl1pPr>
              <a:buClr>
                <a:schemeClr val="accent1"/>
              </a:buClr>
              <a:defRPr sz="1200">
                <a:solidFill>
                  <a:schemeClr val="accent1"/>
                </a:solidFill>
              </a:defRPr>
            </a:lvl1pPr>
            <a:lvl2pPr>
              <a:buClr>
                <a:schemeClr val="accent1"/>
              </a:buClr>
              <a:defRPr sz="1200">
                <a:solidFill>
                  <a:schemeClr val="accent1"/>
                </a:solidFill>
              </a:defRPr>
            </a:lvl2pPr>
            <a:lvl3pPr marL="690563" indent="-163513">
              <a:buClr>
                <a:schemeClr val="accent1"/>
              </a:buClr>
              <a:buFont typeface="Courier New" panose="02070309020205020404" pitchFamily="49" charset="0"/>
              <a:buChar char="o"/>
              <a:tabLst/>
              <a:defRPr sz="1200">
                <a:solidFill>
                  <a:schemeClr val="accent1"/>
                </a:solidFill>
              </a:defRPr>
            </a:lvl3pPr>
            <a:lvl4pPr>
              <a:buClr>
                <a:schemeClr val="accent1"/>
              </a:buClr>
              <a:defRPr sz="1200">
                <a:solidFill>
                  <a:schemeClr val="accent1"/>
                </a:solidFill>
              </a:defRPr>
            </a:lvl4pPr>
            <a:lvl5pPr>
              <a:buClr>
                <a:schemeClr val="accent1"/>
              </a:buClr>
              <a:defRPr sz="12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6" name="Text Placeholder 2">
            <a:extLst>
              <a:ext uri="{FF2B5EF4-FFF2-40B4-BE49-F238E27FC236}">
                <a16:creationId xmlns:a16="http://schemas.microsoft.com/office/drawing/2014/main" id="{8261388D-60A4-8144-B4EC-3E0857C447C5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3287390" y="3230162"/>
            <a:ext cx="2590800" cy="2789638"/>
          </a:xfrm>
        </p:spPr>
        <p:txBody>
          <a:bodyPr/>
          <a:lstStyle>
            <a:lvl1pPr>
              <a:buClr>
                <a:schemeClr val="accent1"/>
              </a:buClr>
              <a:defRPr sz="1200">
                <a:solidFill>
                  <a:schemeClr val="accent1"/>
                </a:solidFill>
              </a:defRPr>
            </a:lvl1pPr>
            <a:lvl2pPr>
              <a:buClr>
                <a:schemeClr val="accent1"/>
              </a:buClr>
              <a:defRPr sz="1200">
                <a:solidFill>
                  <a:schemeClr val="accent1"/>
                </a:solidFill>
              </a:defRPr>
            </a:lvl2pPr>
            <a:lvl3pPr marL="698500" indent="-171450">
              <a:buClr>
                <a:schemeClr val="accent1"/>
              </a:buClr>
              <a:defRPr lang="en-US" sz="1200" b="0" i="0" kern="1200" dirty="0">
                <a:solidFill>
                  <a:schemeClr val="accent1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buClr>
                <a:schemeClr val="accent1"/>
              </a:buClr>
              <a:defRPr sz="1200">
                <a:solidFill>
                  <a:schemeClr val="accent1"/>
                </a:solidFill>
              </a:defRPr>
            </a:lvl4pPr>
            <a:lvl5pPr>
              <a:buClr>
                <a:schemeClr val="accent1"/>
              </a:buClr>
              <a:defRPr sz="12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1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7" name="Text Placeholder 2">
            <a:extLst>
              <a:ext uri="{FF2B5EF4-FFF2-40B4-BE49-F238E27FC236}">
                <a16:creationId xmlns:a16="http://schemas.microsoft.com/office/drawing/2014/main" id="{A7D3D450-1EC9-534F-BCF6-C67D9416FDC2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29995" y="3230162"/>
            <a:ext cx="2590800" cy="2789638"/>
          </a:xfrm>
        </p:spPr>
        <p:txBody>
          <a:bodyPr/>
          <a:lstStyle>
            <a:lvl1pPr>
              <a:buClr>
                <a:schemeClr val="accent1"/>
              </a:buClr>
              <a:defRPr sz="1200">
                <a:solidFill>
                  <a:schemeClr val="accent1"/>
                </a:solidFill>
              </a:defRPr>
            </a:lvl1pPr>
            <a:lvl2pPr>
              <a:buClr>
                <a:schemeClr val="accent1"/>
              </a:buClr>
              <a:defRPr sz="1200">
                <a:solidFill>
                  <a:schemeClr val="accent1"/>
                </a:solidFill>
              </a:defRPr>
            </a:lvl2pPr>
            <a:lvl3pPr marL="698500" indent="-171450">
              <a:buClr>
                <a:schemeClr val="accent1"/>
              </a:buClr>
              <a:defRPr lang="en-US" sz="1200" b="0" i="0" kern="1200" dirty="0">
                <a:solidFill>
                  <a:schemeClr val="accent1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buClr>
                <a:schemeClr val="accent1"/>
              </a:buClr>
              <a:defRPr sz="1200">
                <a:solidFill>
                  <a:schemeClr val="accent1"/>
                </a:solidFill>
              </a:defRPr>
            </a:lvl4pPr>
            <a:lvl5pPr>
              <a:buClr>
                <a:schemeClr val="accent1"/>
              </a:buClr>
              <a:defRPr sz="12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1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9" name="Text Placeholder 2">
            <a:extLst>
              <a:ext uri="{FF2B5EF4-FFF2-40B4-BE49-F238E27FC236}">
                <a16:creationId xmlns:a16="http://schemas.microsoft.com/office/drawing/2014/main" id="{748C79D5-07F1-9E43-B6CA-0AD37095F021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380692" y="3230162"/>
            <a:ext cx="2590800" cy="2789638"/>
          </a:xfrm>
        </p:spPr>
        <p:txBody>
          <a:bodyPr/>
          <a:lstStyle>
            <a:lvl1pPr>
              <a:buClr>
                <a:schemeClr val="accent1"/>
              </a:buClr>
              <a:defRPr sz="1200">
                <a:solidFill>
                  <a:schemeClr val="accent1"/>
                </a:solidFill>
              </a:defRPr>
            </a:lvl1pPr>
            <a:lvl2pPr>
              <a:buClr>
                <a:schemeClr val="accent1"/>
              </a:buClr>
              <a:defRPr sz="1200">
                <a:solidFill>
                  <a:schemeClr val="accent1"/>
                </a:solidFill>
              </a:defRPr>
            </a:lvl2pPr>
            <a:lvl3pPr marL="698500" indent="-171450">
              <a:buClr>
                <a:schemeClr val="accent1"/>
              </a:buClr>
              <a:defRPr lang="en-US" sz="1200" b="0" i="0" kern="1200" dirty="0">
                <a:solidFill>
                  <a:schemeClr val="accent1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buClr>
                <a:schemeClr val="accent1"/>
              </a:buClr>
              <a:defRPr sz="1200">
                <a:solidFill>
                  <a:schemeClr val="accent1"/>
                </a:solidFill>
              </a:defRPr>
            </a:lvl4pPr>
            <a:lvl5pPr>
              <a:buClr>
                <a:schemeClr val="accent1"/>
              </a:buClr>
              <a:defRPr sz="12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1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5F635D7-88DF-F862-78A9-066C040190A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0" y="6342513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6307468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ocess Char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7225B5F8-E196-4D05-AA7A-FD19AA38C644}"/>
              </a:ext>
            </a:extLst>
          </p:cNvPr>
          <p:cNvSpPr/>
          <p:nvPr userDrawn="1"/>
        </p:nvSpPr>
        <p:spPr>
          <a:xfrm>
            <a:off x="228600" y="1325418"/>
            <a:ext cx="2819400" cy="619171"/>
          </a:xfrm>
          <a:prstGeom prst="rect">
            <a:avLst/>
          </a:prstGeom>
          <a:solidFill>
            <a:srgbClr val="2970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0899C1A-A880-4D80-BEEA-A1425AFB8A15}"/>
              </a:ext>
            </a:extLst>
          </p:cNvPr>
          <p:cNvSpPr/>
          <p:nvPr userDrawn="1"/>
        </p:nvSpPr>
        <p:spPr>
          <a:xfrm>
            <a:off x="0" y="1870364"/>
            <a:ext cx="12192000" cy="4987636"/>
          </a:xfrm>
          <a:prstGeom prst="rect">
            <a:avLst/>
          </a:prstGeom>
          <a:solidFill>
            <a:srgbClr val="2970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4" name="Text Placeholder 17">
            <a:extLst>
              <a:ext uri="{FF2B5EF4-FFF2-40B4-BE49-F238E27FC236}">
                <a16:creationId xmlns:a16="http://schemas.microsoft.com/office/drawing/2014/main" id="{68422AB4-38AC-E245-95E9-D4EBD4FE154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3789" y="2324990"/>
            <a:ext cx="2594211" cy="37932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Category</a:t>
            </a:r>
          </a:p>
        </p:txBody>
      </p:sp>
      <p:sp>
        <p:nvSpPr>
          <p:cNvPr id="56" name="Text Placeholder 17">
            <a:extLst>
              <a:ext uri="{FF2B5EF4-FFF2-40B4-BE49-F238E27FC236}">
                <a16:creationId xmlns:a16="http://schemas.microsoft.com/office/drawing/2014/main" id="{4EF2367C-A2C2-2A4C-A1BA-998AD4CF95D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276601" y="2324990"/>
            <a:ext cx="2590800" cy="37932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Category</a:t>
            </a:r>
          </a:p>
        </p:txBody>
      </p:sp>
      <p:sp>
        <p:nvSpPr>
          <p:cNvPr id="59" name="Text Placeholder 17">
            <a:extLst>
              <a:ext uri="{FF2B5EF4-FFF2-40B4-BE49-F238E27FC236}">
                <a16:creationId xmlns:a16="http://schemas.microsoft.com/office/drawing/2014/main" id="{AC3943E1-6165-E04A-8A64-6375279C0C4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323769" y="2324990"/>
            <a:ext cx="2591632" cy="37932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Category</a:t>
            </a:r>
          </a:p>
        </p:txBody>
      </p:sp>
      <p:sp>
        <p:nvSpPr>
          <p:cNvPr id="62" name="Text Placeholder 17">
            <a:extLst>
              <a:ext uri="{FF2B5EF4-FFF2-40B4-BE49-F238E27FC236}">
                <a16:creationId xmlns:a16="http://schemas.microsoft.com/office/drawing/2014/main" id="{5DD84469-3B96-D541-953A-A77D2F733946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372601" y="2324990"/>
            <a:ext cx="2590800" cy="37932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Category</a:t>
            </a:r>
          </a:p>
        </p:txBody>
      </p:sp>
      <p:sp>
        <p:nvSpPr>
          <p:cNvPr id="22" name="Text Placeholder 17">
            <a:extLst>
              <a:ext uri="{FF2B5EF4-FFF2-40B4-BE49-F238E27FC236}">
                <a16:creationId xmlns:a16="http://schemas.microsoft.com/office/drawing/2014/main" id="{CB31445D-8949-F147-B03B-08A7BBBADEB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3789" y="1454047"/>
            <a:ext cx="2365611" cy="37932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400" b="1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Subheading</a:t>
            </a:r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65260156-A6C9-7F45-AA47-3B158742A32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76600" y="1454047"/>
            <a:ext cx="2592716" cy="37932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400" b="1" i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Step</a:t>
            </a:r>
          </a:p>
        </p:txBody>
      </p:sp>
      <p:sp>
        <p:nvSpPr>
          <p:cNvPr id="24" name="Text Placeholder 17">
            <a:extLst>
              <a:ext uri="{FF2B5EF4-FFF2-40B4-BE49-F238E27FC236}">
                <a16:creationId xmlns:a16="http://schemas.microsoft.com/office/drawing/2014/main" id="{EE27787B-F07F-6A48-9F01-A11E5B25E8D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323768" y="1456371"/>
            <a:ext cx="2591632" cy="37932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400" b="1" i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Step</a:t>
            </a:r>
          </a:p>
        </p:txBody>
      </p:sp>
      <p:sp>
        <p:nvSpPr>
          <p:cNvPr id="25" name="Text Placeholder 17">
            <a:extLst>
              <a:ext uri="{FF2B5EF4-FFF2-40B4-BE49-F238E27FC236}">
                <a16:creationId xmlns:a16="http://schemas.microsoft.com/office/drawing/2014/main" id="{AC275A25-09EF-0D49-9C98-A13E944E4AE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372600" y="1454047"/>
            <a:ext cx="2590800" cy="37932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400" b="1" i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Step</a:t>
            </a:r>
          </a:p>
        </p:txBody>
      </p:sp>
      <p:sp>
        <p:nvSpPr>
          <p:cNvPr id="26" name="Slide Number Placeholder 5">
            <a:extLst>
              <a:ext uri="{FF2B5EF4-FFF2-40B4-BE49-F238E27FC236}">
                <a16:creationId xmlns:a16="http://schemas.microsoft.com/office/drawing/2014/main" id="{D83A7B57-1BBE-624F-9AAA-EEDF3187D4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</a:lstStyle>
          <a:p>
            <a:fld id="{BB55D76A-9B6E-CD41-ABBE-F6C938295BA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1FBFDA0E-35D5-9848-9648-B18F4E46E5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599" y="294477"/>
            <a:ext cx="10439401" cy="28107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0" i="0">
                <a:solidFill>
                  <a:schemeClr val="accent1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heading here</a:t>
            </a:r>
          </a:p>
        </p:txBody>
      </p:sp>
      <p:sp>
        <p:nvSpPr>
          <p:cNvPr id="30" name="Text Placeholder 57">
            <a:extLst>
              <a:ext uri="{FF2B5EF4-FFF2-40B4-BE49-F238E27FC236}">
                <a16:creationId xmlns:a16="http://schemas.microsoft.com/office/drawing/2014/main" id="{64FA7348-CF79-3C47-A078-816D07D28D59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228600" y="714025"/>
            <a:ext cx="10439966" cy="3108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400" b="0" i="0" dirty="0" smtClean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Add subheading here</a:t>
            </a:r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F77DEA71-831F-8E4A-849D-60CE3B9BEF93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66642" y="3230162"/>
            <a:ext cx="2590800" cy="2789638"/>
          </a:xfrm>
        </p:spPr>
        <p:txBody>
          <a:bodyPr/>
          <a:lstStyle>
            <a:lvl1pPr>
              <a:buClr>
                <a:schemeClr val="bg1"/>
              </a:buClr>
              <a:defRPr sz="1200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 sz="1200">
                <a:solidFill>
                  <a:schemeClr val="bg1"/>
                </a:solidFill>
              </a:defRPr>
            </a:lvl2pPr>
            <a:lvl3pPr marL="690563" indent="-163513">
              <a:buClr>
                <a:schemeClr val="bg1"/>
              </a:buClr>
              <a:buFont typeface="Courier New" panose="02070309020205020404" pitchFamily="49" charset="0"/>
              <a:buChar char="o"/>
              <a:tabLst/>
              <a:defRPr sz="120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12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2">
            <a:extLst>
              <a:ext uri="{FF2B5EF4-FFF2-40B4-BE49-F238E27FC236}">
                <a16:creationId xmlns:a16="http://schemas.microsoft.com/office/drawing/2014/main" id="{11E04F33-9CC2-B64C-AA85-D8C4C72C58C6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3287390" y="3230162"/>
            <a:ext cx="2590800" cy="2789638"/>
          </a:xfrm>
        </p:spPr>
        <p:txBody>
          <a:bodyPr/>
          <a:lstStyle>
            <a:lvl1pPr>
              <a:buClr>
                <a:schemeClr val="bg1"/>
              </a:buClr>
              <a:defRPr sz="1200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 sz="1200">
                <a:solidFill>
                  <a:schemeClr val="bg1"/>
                </a:solidFill>
              </a:defRPr>
            </a:lvl2pPr>
            <a:lvl3pPr marL="698500" indent="-171450">
              <a:buClr>
                <a:schemeClr val="bg1"/>
              </a:buClr>
              <a:defRPr lang="en-US" sz="1200" b="0" i="0" kern="1200" dirty="0">
                <a:solidFill>
                  <a:schemeClr val="bg1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buClr>
                <a:schemeClr val="bg1"/>
              </a:buClr>
              <a:defRPr sz="12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bg1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0D58AACB-F794-854A-9587-3A75E2B89451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29995" y="3230162"/>
            <a:ext cx="2590800" cy="2789638"/>
          </a:xfrm>
        </p:spPr>
        <p:txBody>
          <a:bodyPr/>
          <a:lstStyle>
            <a:lvl1pPr>
              <a:buClr>
                <a:schemeClr val="bg1"/>
              </a:buClr>
              <a:defRPr sz="1200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 sz="1200">
                <a:solidFill>
                  <a:schemeClr val="bg1"/>
                </a:solidFill>
              </a:defRPr>
            </a:lvl2pPr>
            <a:lvl3pPr marL="698500" indent="-171450">
              <a:buClr>
                <a:schemeClr val="bg1"/>
              </a:buClr>
              <a:defRPr lang="en-US" sz="1200" b="0" i="0" kern="1200" dirty="0">
                <a:solidFill>
                  <a:schemeClr val="bg1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buClr>
                <a:schemeClr val="bg1"/>
              </a:buClr>
              <a:defRPr sz="12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bg1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4" name="Text Placeholder 2">
            <a:extLst>
              <a:ext uri="{FF2B5EF4-FFF2-40B4-BE49-F238E27FC236}">
                <a16:creationId xmlns:a16="http://schemas.microsoft.com/office/drawing/2014/main" id="{00A9CBD2-646C-9644-ACEE-8B75B3DE454A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380692" y="3230162"/>
            <a:ext cx="2590800" cy="2789638"/>
          </a:xfrm>
        </p:spPr>
        <p:txBody>
          <a:bodyPr/>
          <a:lstStyle>
            <a:lvl1pPr>
              <a:buClr>
                <a:schemeClr val="bg1"/>
              </a:buClr>
              <a:defRPr sz="1200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 sz="1200">
                <a:solidFill>
                  <a:schemeClr val="bg1"/>
                </a:solidFill>
              </a:defRPr>
            </a:lvl2pPr>
            <a:lvl3pPr marL="698500" indent="-171450">
              <a:buClr>
                <a:schemeClr val="bg1"/>
              </a:buClr>
              <a:defRPr lang="en-US" sz="1200" b="0" i="0" kern="1200" dirty="0">
                <a:solidFill>
                  <a:schemeClr val="bg1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>
              <a:buClr>
                <a:schemeClr val="bg1"/>
              </a:buClr>
              <a:defRPr sz="12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Add body text</a:t>
            </a:r>
          </a:p>
          <a:p>
            <a:pPr lvl="1"/>
            <a:r>
              <a:rPr lang="en-US"/>
              <a:t>Second level</a:t>
            </a:r>
          </a:p>
          <a:p>
            <a:pPr marL="690563" lvl="2" indent="-1635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bg1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7221A8E-1358-A382-7E58-E1DE413E8B6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1" y="6344685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95270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 Header and Foot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C56E0B0-2AF0-404A-AF57-6EDD5EE4D4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</a:lstStyle>
          <a:p>
            <a:fld id="{BB55D76A-9B6E-CD41-ABBE-F6C938295BA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2E1BAD61-05AD-7345-97CB-3DCCDB04F1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599" y="294477"/>
            <a:ext cx="10439401" cy="28107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0" i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heading here</a:t>
            </a:r>
          </a:p>
        </p:txBody>
      </p:sp>
      <p:sp>
        <p:nvSpPr>
          <p:cNvPr id="12" name="Text Placeholder 57">
            <a:extLst>
              <a:ext uri="{FF2B5EF4-FFF2-40B4-BE49-F238E27FC236}">
                <a16:creationId xmlns:a16="http://schemas.microsoft.com/office/drawing/2014/main" id="{6971B0DC-62D2-2D4D-A70E-3CC614E4426A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228600" y="714025"/>
            <a:ext cx="10439966" cy="3108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400" b="0" i="0" dirty="0" smtClean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Add subheading here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39D9EAE-05C5-61BB-199B-D7A63145605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0" y="6342513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7343612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arm Red w Header &amp; Foot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C56E0B0-2AF0-404A-AF57-6EDD5EE4D4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</a:lstStyle>
          <a:p>
            <a:fld id="{BB55D76A-9B6E-CD41-ABBE-F6C938295BA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2E1BAD61-05AD-7345-97CB-3DCCDB04F1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599" y="294477"/>
            <a:ext cx="10339087" cy="28107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heading here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3DF897D-884E-00E0-79F1-32F148EA9F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1" y="6344685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365497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 Foot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ABB613C6-663D-7F41-AD46-3653A29995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</a:lstStyle>
          <a:p>
            <a:fld id="{BB55D76A-9B6E-CD41-ABBE-F6C938295BA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D91C5FE-D9B9-89CB-73CC-663CAECD51C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0" y="6342513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3156518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-Cloud-w Foot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806DA1B-28D9-944B-8727-940F8A8C64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rgbClr val="3D3C3C"/>
                </a:solidFill>
                <a:latin typeface="Arial" panose="020B0604020202020204" pitchFamily="34" charset="0"/>
              </a:defRPr>
            </a:lvl1pPr>
          </a:lstStyle>
          <a:p>
            <a:fld id="{BB55D76A-9B6E-CD41-ABBE-F6C938295BA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88E62A8-E5BC-5EC4-775F-5BB35EB0917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0" y="6342513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86031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arm Red w Foot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C56E0B0-2AF0-404A-AF57-6EDD5EE4D4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</a:lstStyle>
          <a:p>
            <a:fld id="{BB55D76A-9B6E-CD41-ABBE-F6C938295BA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60302A2-C1FB-42C3-EBA1-0AE2DE221D5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1" y="6344685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3813046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Dark Stone w Footer">
    <p:bg>
      <p:bgPr>
        <a:solidFill>
          <a:srgbClr val="3D3C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76B7D36-32ED-4B4E-971E-D7FD3D71FB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chemeClr val="bg1"/>
                </a:solidFill>
                <a:latin typeface="TWK Everett" panose="020B0204000000000000" pitchFamily="34" charset="77"/>
              </a:defRPr>
            </a:lvl1pPr>
          </a:lstStyle>
          <a:p>
            <a:fld id="{BB55D76A-9B6E-CD41-ABBE-F6C938295BA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1C55325-FDC9-4F2D-8C4D-16A1191A23E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1" y="6344685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3277306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y 1/4, Red 3/4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7;p25">
            <a:extLst>
              <a:ext uri="{FF2B5EF4-FFF2-40B4-BE49-F238E27FC236}">
                <a16:creationId xmlns:a16="http://schemas.microsoft.com/office/drawing/2014/main" id="{C3A876E8-2CB2-D148-BC7E-C97BE385038F}"/>
              </a:ext>
            </a:extLst>
          </p:cNvPr>
          <p:cNvSpPr/>
          <p:nvPr userDrawn="1"/>
        </p:nvSpPr>
        <p:spPr>
          <a:xfrm>
            <a:off x="3048000" y="0"/>
            <a:ext cx="9143900" cy="68742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A773AAFA-CDCB-254C-AB03-2264AF77D0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fld id="{BB55D76A-9B6E-CD41-ABBE-F6C938295BA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03D65CD-CAE1-3F91-9180-60FF13498D9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0" y="6342513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36077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loud 1/4, Dark Stone 3/4 with foot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7;p25">
            <a:extLst>
              <a:ext uri="{FF2B5EF4-FFF2-40B4-BE49-F238E27FC236}">
                <a16:creationId xmlns:a16="http://schemas.microsoft.com/office/drawing/2014/main" id="{C3A876E8-2CB2-D148-BC7E-C97BE385038F}"/>
              </a:ext>
            </a:extLst>
          </p:cNvPr>
          <p:cNvSpPr/>
          <p:nvPr userDrawn="1"/>
        </p:nvSpPr>
        <p:spPr>
          <a:xfrm>
            <a:off x="3048000" y="-11612"/>
            <a:ext cx="9143900" cy="6874200"/>
          </a:xfrm>
          <a:prstGeom prst="rect">
            <a:avLst/>
          </a:prstGeom>
          <a:solidFill>
            <a:srgbClr val="3D3C3C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0189AD1-C8FC-DA42-A906-8C8165358C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fld id="{BB55D76A-9B6E-CD41-ABBE-F6C938295BA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6BE76A1-9D39-8432-88A2-F8B22917A20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0" y="6342513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83245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loud 1/4, Spring Green 3/4 with foot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7;p25">
            <a:extLst>
              <a:ext uri="{FF2B5EF4-FFF2-40B4-BE49-F238E27FC236}">
                <a16:creationId xmlns:a16="http://schemas.microsoft.com/office/drawing/2014/main" id="{C3A876E8-2CB2-D148-BC7E-C97BE385038F}"/>
              </a:ext>
            </a:extLst>
          </p:cNvPr>
          <p:cNvSpPr/>
          <p:nvPr userDrawn="1"/>
        </p:nvSpPr>
        <p:spPr>
          <a:xfrm>
            <a:off x="3048000" y="-11612"/>
            <a:ext cx="9143900" cy="6874200"/>
          </a:xfrm>
          <a:prstGeom prst="rect">
            <a:avLst/>
          </a:prstGeom>
          <a:solidFill>
            <a:srgbClr val="4CDD84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0189AD1-C8FC-DA42-A906-8C8165358C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fld id="{BB55D76A-9B6E-CD41-ABBE-F6C938295BA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B1C65F6-7AFC-E4B8-6929-12DE4ED3309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0" y="6342513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19738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y 1/4, White 3/4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7;p25">
            <a:extLst>
              <a:ext uri="{FF2B5EF4-FFF2-40B4-BE49-F238E27FC236}">
                <a16:creationId xmlns:a16="http://schemas.microsoft.com/office/drawing/2014/main" id="{C3A876E8-2CB2-D148-BC7E-C97BE385038F}"/>
              </a:ext>
            </a:extLst>
          </p:cNvPr>
          <p:cNvSpPr/>
          <p:nvPr userDrawn="1"/>
        </p:nvSpPr>
        <p:spPr>
          <a:xfrm>
            <a:off x="3048000" y="0"/>
            <a:ext cx="9143900" cy="685800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bg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3D35AC5-55CC-E946-8741-7EC0EAA15B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rgbClr val="3D3C3C"/>
                </a:solidFill>
                <a:latin typeface="Arial" panose="020B0604020202020204" pitchFamily="34" charset="0"/>
              </a:defRPr>
            </a:lvl1pPr>
          </a:lstStyle>
          <a:p>
            <a:fld id="{BB55D76A-9B6E-CD41-ABBE-F6C938295BA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2C0CE39-6AD8-41DB-3649-DD339BD21B9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0" y="6342513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99601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 page #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ABB613C6-663D-7F41-AD46-3653A29995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</a:lstStyle>
          <a:p>
            <a:fld id="{BB55D76A-9B6E-CD41-ABBE-F6C938295BA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502123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58D2F-2A02-8C5D-EE99-5894AFFEB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E5B338-58A3-4B07-1A33-29E835CB86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857493-11CB-0028-DAE2-13130BD24A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19484-7039-7549-B71A-45F777D7A379}" type="datetimeFigureOut">
              <a:rPr lang="en-US" smtClean="0"/>
              <a:t>5/29/26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10B557-6DD2-E690-D934-6D334DDD4E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2647C-11FA-D0CF-D10A-134DD8C2C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BDCAB-3B28-F140-A71B-8CA4BB592C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05275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117" Type="http://schemas.openxmlformats.org/officeDocument/2006/relationships/slideLayout" Target="../slideLayouts/slideLayout117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63" Type="http://schemas.openxmlformats.org/officeDocument/2006/relationships/slideLayout" Target="../slideLayouts/slideLayout63.xml"/><Relationship Id="rId68" Type="http://schemas.openxmlformats.org/officeDocument/2006/relationships/slideLayout" Target="../slideLayouts/slideLayout68.xml"/><Relationship Id="rId84" Type="http://schemas.openxmlformats.org/officeDocument/2006/relationships/slideLayout" Target="../slideLayouts/slideLayout84.xml"/><Relationship Id="rId89" Type="http://schemas.openxmlformats.org/officeDocument/2006/relationships/slideLayout" Target="../slideLayouts/slideLayout89.xml"/><Relationship Id="rId112" Type="http://schemas.openxmlformats.org/officeDocument/2006/relationships/slideLayout" Target="../slideLayouts/slideLayout112.xml"/><Relationship Id="rId16" Type="http://schemas.openxmlformats.org/officeDocument/2006/relationships/slideLayout" Target="../slideLayouts/slideLayout16.xml"/><Relationship Id="rId107" Type="http://schemas.openxmlformats.org/officeDocument/2006/relationships/slideLayout" Target="../slideLayouts/slideLayout107.xml"/><Relationship Id="rId11" Type="http://schemas.openxmlformats.org/officeDocument/2006/relationships/slideLayout" Target="../slideLayouts/slideLayout11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74" Type="http://schemas.openxmlformats.org/officeDocument/2006/relationships/slideLayout" Target="../slideLayouts/slideLayout74.xml"/><Relationship Id="rId79" Type="http://schemas.openxmlformats.org/officeDocument/2006/relationships/slideLayout" Target="../slideLayouts/slideLayout79.xml"/><Relationship Id="rId102" Type="http://schemas.openxmlformats.org/officeDocument/2006/relationships/slideLayout" Target="../slideLayouts/slideLayout102.xml"/><Relationship Id="rId5" Type="http://schemas.openxmlformats.org/officeDocument/2006/relationships/slideLayout" Target="../slideLayouts/slideLayout5.xml"/><Relationship Id="rId90" Type="http://schemas.openxmlformats.org/officeDocument/2006/relationships/slideLayout" Target="../slideLayouts/slideLayout90.xml"/><Relationship Id="rId95" Type="http://schemas.openxmlformats.org/officeDocument/2006/relationships/slideLayout" Target="../slideLayouts/slideLayout95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64" Type="http://schemas.openxmlformats.org/officeDocument/2006/relationships/slideLayout" Target="../slideLayouts/slideLayout64.xml"/><Relationship Id="rId69" Type="http://schemas.openxmlformats.org/officeDocument/2006/relationships/slideLayout" Target="../slideLayouts/slideLayout69.xml"/><Relationship Id="rId113" Type="http://schemas.openxmlformats.org/officeDocument/2006/relationships/slideLayout" Target="../slideLayouts/slideLayout113.xml"/><Relationship Id="rId118" Type="http://schemas.openxmlformats.org/officeDocument/2006/relationships/slideLayout" Target="../slideLayouts/slideLayout118.xml"/><Relationship Id="rId80" Type="http://schemas.openxmlformats.org/officeDocument/2006/relationships/slideLayout" Target="../slideLayouts/slideLayout80.xml"/><Relationship Id="rId85" Type="http://schemas.openxmlformats.org/officeDocument/2006/relationships/slideLayout" Target="../slideLayouts/slideLayout85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59" Type="http://schemas.openxmlformats.org/officeDocument/2006/relationships/slideLayout" Target="../slideLayouts/slideLayout59.xml"/><Relationship Id="rId103" Type="http://schemas.openxmlformats.org/officeDocument/2006/relationships/slideLayout" Target="../slideLayouts/slideLayout103.xml"/><Relationship Id="rId108" Type="http://schemas.openxmlformats.org/officeDocument/2006/relationships/slideLayout" Target="../slideLayouts/slideLayout108.xml"/><Relationship Id="rId54" Type="http://schemas.openxmlformats.org/officeDocument/2006/relationships/slideLayout" Target="../slideLayouts/slideLayout54.xml"/><Relationship Id="rId70" Type="http://schemas.openxmlformats.org/officeDocument/2006/relationships/slideLayout" Target="../slideLayouts/slideLayout70.xml"/><Relationship Id="rId75" Type="http://schemas.openxmlformats.org/officeDocument/2006/relationships/slideLayout" Target="../slideLayouts/slideLayout75.xml"/><Relationship Id="rId91" Type="http://schemas.openxmlformats.org/officeDocument/2006/relationships/slideLayout" Target="../slideLayouts/slideLayout91.xml"/><Relationship Id="rId96" Type="http://schemas.openxmlformats.org/officeDocument/2006/relationships/slideLayout" Target="../slideLayouts/slideLayout9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49" Type="http://schemas.openxmlformats.org/officeDocument/2006/relationships/slideLayout" Target="../slideLayouts/slideLayout49.xml"/><Relationship Id="rId114" Type="http://schemas.openxmlformats.org/officeDocument/2006/relationships/slideLayout" Target="../slideLayouts/slideLayout114.xml"/><Relationship Id="rId119" Type="http://schemas.openxmlformats.org/officeDocument/2006/relationships/slideLayout" Target="../slideLayouts/slideLayout119.xml"/><Relationship Id="rId44" Type="http://schemas.openxmlformats.org/officeDocument/2006/relationships/slideLayout" Target="../slideLayouts/slideLayout44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81" Type="http://schemas.openxmlformats.org/officeDocument/2006/relationships/slideLayout" Target="../slideLayouts/slideLayout81.xml"/><Relationship Id="rId86" Type="http://schemas.openxmlformats.org/officeDocument/2006/relationships/slideLayout" Target="../slideLayouts/slideLayout86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109" Type="http://schemas.openxmlformats.org/officeDocument/2006/relationships/slideLayout" Target="../slideLayouts/slideLayout10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6" Type="http://schemas.openxmlformats.org/officeDocument/2006/relationships/slideLayout" Target="../slideLayouts/slideLayout76.xml"/><Relationship Id="rId97" Type="http://schemas.openxmlformats.org/officeDocument/2006/relationships/slideLayout" Target="../slideLayouts/slideLayout97.xml"/><Relationship Id="rId104" Type="http://schemas.openxmlformats.org/officeDocument/2006/relationships/slideLayout" Target="../slideLayouts/slideLayout104.xml"/><Relationship Id="rId120" Type="http://schemas.openxmlformats.org/officeDocument/2006/relationships/slideLayout" Target="../slideLayouts/slideLayout120.xml"/><Relationship Id="rId7" Type="http://schemas.openxmlformats.org/officeDocument/2006/relationships/slideLayout" Target="../slideLayouts/slideLayout7.xml"/><Relationship Id="rId71" Type="http://schemas.openxmlformats.org/officeDocument/2006/relationships/slideLayout" Target="../slideLayouts/slideLayout71.xml"/><Relationship Id="rId92" Type="http://schemas.openxmlformats.org/officeDocument/2006/relationships/slideLayout" Target="../slideLayouts/slideLayout92.xml"/><Relationship Id="rId2" Type="http://schemas.openxmlformats.org/officeDocument/2006/relationships/slideLayout" Target="../slideLayouts/slideLayout2.xml"/><Relationship Id="rId29" Type="http://schemas.openxmlformats.org/officeDocument/2006/relationships/slideLayout" Target="../slideLayouts/slideLayout29.xml"/><Relationship Id="rId24" Type="http://schemas.openxmlformats.org/officeDocument/2006/relationships/slideLayout" Target="../slideLayouts/slideLayout24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66" Type="http://schemas.openxmlformats.org/officeDocument/2006/relationships/slideLayout" Target="../slideLayouts/slideLayout66.xml"/><Relationship Id="rId87" Type="http://schemas.openxmlformats.org/officeDocument/2006/relationships/slideLayout" Target="../slideLayouts/slideLayout87.xml"/><Relationship Id="rId110" Type="http://schemas.openxmlformats.org/officeDocument/2006/relationships/slideLayout" Target="../slideLayouts/slideLayout110.xml"/><Relationship Id="rId115" Type="http://schemas.openxmlformats.org/officeDocument/2006/relationships/slideLayout" Target="../slideLayouts/slideLayout115.xml"/><Relationship Id="rId61" Type="http://schemas.openxmlformats.org/officeDocument/2006/relationships/slideLayout" Target="../slideLayouts/slideLayout61.xml"/><Relationship Id="rId82" Type="http://schemas.openxmlformats.org/officeDocument/2006/relationships/slideLayout" Target="../slideLayouts/slideLayout82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56" Type="http://schemas.openxmlformats.org/officeDocument/2006/relationships/slideLayout" Target="../slideLayouts/slideLayout56.xml"/><Relationship Id="rId77" Type="http://schemas.openxmlformats.org/officeDocument/2006/relationships/slideLayout" Target="../slideLayouts/slideLayout77.xml"/><Relationship Id="rId100" Type="http://schemas.openxmlformats.org/officeDocument/2006/relationships/slideLayout" Target="../slideLayouts/slideLayout100.xml"/><Relationship Id="rId105" Type="http://schemas.openxmlformats.org/officeDocument/2006/relationships/slideLayout" Target="../slideLayouts/slideLayout105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72" Type="http://schemas.openxmlformats.org/officeDocument/2006/relationships/slideLayout" Target="../slideLayouts/slideLayout72.xml"/><Relationship Id="rId93" Type="http://schemas.openxmlformats.org/officeDocument/2006/relationships/slideLayout" Target="../slideLayouts/slideLayout93.xml"/><Relationship Id="rId98" Type="http://schemas.openxmlformats.org/officeDocument/2006/relationships/slideLayout" Target="../slideLayouts/slideLayout98.xml"/><Relationship Id="rId121" Type="http://schemas.openxmlformats.org/officeDocument/2006/relationships/slideLayout" Target="../slideLayouts/slideLayout121.xml"/><Relationship Id="rId3" Type="http://schemas.openxmlformats.org/officeDocument/2006/relationships/slideLayout" Target="../slideLayouts/slideLayout3.xml"/><Relationship Id="rId25" Type="http://schemas.openxmlformats.org/officeDocument/2006/relationships/slideLayout" Target="../slideLayouts/slideLayout25.xml"/><Relationship Id="rId46" Type="http://schemas.openxmlformats.org/officeDocument/2006/relationships/slideLayout" Target="../slideLayouts/slideLayout46.xml"/><Relationship Id="rId67" Type="http://schemas.openxmlformats.org/officeDocument/2006/relationships/slideLayout" Target="../slideLayouts/slideLayout67.xml"/><Relationship Id="rId116" Type="http://schemas.openxmlformats.org/officeDocument/2006/relationships/slideLayout" Target="../slideLayouts/slideLayout11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62" Type="http://schemas.openxmlformats.org/officeDocument/2006/relationships/slideLayout" Target="../slideLayouts/slideLayout62.xml"/><Relationship Id="rId83" Type="http://schemas.openxmlformats.org/officeDocument/2006/relationships/slideLayout" Target="../slideLayouts/slideLayout83.xml"/><Relationship Id="rId88" Type="http://schemas.openxmlformats.org/officeDocument/2006/relationships/slideLayout" Target="../slideLayouts/slideLayout88.xml"/><Relationship Id="rId111" Type="http://schemas.openxmlformats.org/officeDocument/2006/relationships/slideLayout" Target="../slideLayouts/slideLayout111.xml"/><Relationship Id="rId15" Type="http://schemas.openxmlformats.org/officeDocument/2006/relationships/slideLayout" Target="../slideLayouts/slideLayout15.xml"/><Relationship Id="rId36" Type="http://schemas.openxmlformats.org/officeDocument/2006/relationships/slideLayout" Target="../slideLayouts/slideLayout36.xml"/><Relationship Id="rId57" Type="http://schemas.openxmlformats.org/officeDocument/2006/relationships/slideLayout" Target="../slideLayouts/slideLayout57.xml"/><Relationship Id="rId106" Type="http://schemas.openxmlformats.org/officeDocument/2006/relationships/slideLayout" Target="../slideLayouts/slideLayout106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52" Type="http://schemas.openxmlformats.org/officeDocument/2006/relationships/slideLayout" Target="../slideLayouts/slideLayout52.xml"/><Relationship Id="rId73" Type="http://schemas.openxmlformats.org/officeDocument/2006/relationships/slideLayout" Target="../slideLayouts/slideLayout73.xml"/><Relationship Id="rId78" Type="http://schemas.openxmlformats.org/officeDocument/2006/relationships/slideLayout" Target="../slideLayouts/slideLayout78.xml"/><Relationship Id="rId94" Type="http://schemas.openxmlformats.org/officeDocument/2006/relationships/slideLayout" Target="../slideLayouts/slideLayout94.xml"/><Relationship Id="rId99" Type="http://schemas.openxmlformats.org/officeDocument/2006/relationships/slideLayout" Target="../slideLayouts/slideLayout99.xml"/><Relationship Id="rId101" Type="http://schemas.openxmlformats.org/officeDocument/2006/relationships/slideLayout" Target="../slideLayouts/slideLayout101.xml"/><Relationship Id="rId1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B546512-28CF-D240-B81F-9ACB8CB1AB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332740"/>
            <a:ext cx="11734800" cy="51451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6130B2-56B0-7F46-8400-1E3680E9AA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8600" y="1694180"/>
            <a:ext cx="11506200" cy="36576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marL="693738" lvl="2" indent="-23653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bg2"/>
              </a:buClr>
              <a:buSzPct val="90000"/>
              <a:buFont typeface="Courier New" panose="02070309020205020404" pitchFamily="49" charset="0"/>
              <a:buChar char="o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0"/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3B5C29C-C4AF-DD48-AE8A-5B7CB4F103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</a:lstStyle>
          <a:p>
            <a:fld id="{BB55D76A-9B6E-CD41-ABBE-F6C938295BA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327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4" r:id="rId1"/>
    <p:sldLayoutId id="2147483870" r:id="rId2"/>
    <p:sldLayoutId id="2147483900" r:id="rId3"/>
    <p:sldLayoutId id="2147483908" r:id="rId4"/>
    <p:sldLayoutId id="2147483909" r:id="rId5"/>
    <p:sldLayoutId id="2147483829" r:id="rId6"/>
    <p:sldLayoutId id="2147483929" r:id="rId7"/>
    <p:sldLayoutId id="2147483871" r:id="rId8"/>
    <p:sldLayoutId id="2147483924" r:id="rId9"/>
    <p:sldLayoutId id="2147483792" r:id="rId10"/>
    <p:sldLayoutId id="2147483872" r:id="rId11"/>
    <p:sldLayoutId id="2147483901" r:id="rId12"/>
    <p:sldLayoutId id="2147483910" r:id="rId13"/>
    <p:sldLayoutId id="2147483911" r:id="rId14"/>
    <p:sldLayoutId id="2147483874" r:id="rId15"/>
    <p:sldLayoutId id="2147483873" r:id="rId16"/>
    <p:sldLayoutId id="2147483828" r:id="rId17"/>
    <p:sldLayoutId id="2147483931" r:id="rId18"/>
    <p:sldLayoutId id="2147483847" r:id="rId19"/>
    <p:sldLayoutId id="2147483925" r:id="rId20"/>
    <p:sldLayoutId id="2147483913" r:id="rId21"/>
    <p:sldLayoutId id="2147483903" r:id="rId22"/>
    <p:sldLayoutId id="2147483930" r:id="rId23"/>
    <p:sldLayoutId id="2147483904" r:id="rId24"/>
    <p:sldLayoutId id="2147483784" r:id="rId25"/>
    <p:sldLayoutId id="2147483842" r:id="rId26"/>
    <p:sldLayoutId id="2147483905" r:id="rId27"/>
    <p:sldLayoutId id="2147483915" r:id="rId28"/>
    <p:sldLayoutId id="2147483841" r:id="rId29"/>
    <p:sldLayoutId id="2147483855" r:id="rId30"/>
    <p:sldLayoutId id="2147483895" r:id="rId31"/>
    <p:sldLayoutId id="2147483889" r:id="rId32"/>
    <p:sldLayoutId id="2147483896" r:id="rId33"/>
    <p:sldLayoutId id="2147483891" r:id="rId34"/>
    <p:sldLayoutId id="2147483890" r:id="rId35"/>
    <p:sldLayoutId id="2147483892" r:id="rId36"/>
    <p:sldLayoutId id="2147483906" r:id="rId37"/>
    <p:sldLayoutId id="2147483907" r:id="rId38"/>
    <p:sldLayoutId id="2147483766" r:id="rId39"/>
    <p:sldLayoutId id="2147483856" r:id="rId40"/>
    <p:sldLayoutId id="2147483857" r:id="rId41"/>
    <p:sldLayoutId id="2147483815" r:id="rId42"/>
    <p:sldLayoutId id="2147483816" r:id="rId43"/>
    <p:sldLayoutId id="2147483838" r:id="rId44"/>
    <p:sldLayoutId id="2147483839" r:id="rId45"/>
    <p:sldLayoutId id="2147483853" r:id="rId46"/>
    <p:sldLayoutId id="2147483877" r:id="rId47"/>
    <p:sldLayoutId id="2147483814" r:id="rId48"/>
    <p:sldLayoutId id="2147483791" r:id="rId49"/>
    <p:sldLayoutId id="2147483804" r:id="rId50"/>
    <p:sldLayoutId id="2147483802" r:id="rId51"/>
    <p:sldLayoutId id="2147483865" r:id="rId52"/>
    <p:sldLayoutId id="2147483866" r:id="rId53"/>
    <p:sldLayoutId id="2147483867" r:id="rId54"/>
    <p:sldLayoutId id="2147483876" r:id="rId55"/>
    <p:sldLayoutId id="2147483868" r:id="rId56"/>
    <p:sldLayoutId id="2147483869" r:id="rId57"/>
    <p:sldLayoutId id="2147483881" r:id="rId58"/>
    <p:sldLayoutId id="2147483882" r:id="rId59"/>
    <p:sldLayoutId id="2147483886" r:id="rId60"/>
    <p:sldLayoutId id="2147483893" r:id="rId61"/>
    <p:sldLayoutId id="2147483880" r:id="rId62"/>
    <p:sldLayoutId id="2147483887" r:id="rId63"/>
    <p:sldLayoutId id="2147483805" r:id="rId64"/>
    <p:sldLayoutId id="2147483777" r:id="rId65"/>
    <p:sldLayoutId id="2147483885" r:id="rId66"/>
    <p:sldLayoutId id="2147483785" r:id="rId67"/>
    <p:sldLayoutId id="2147483799" r:id="rId68"/>
    <p:sldLayoutId id="2147483823" r:id="rId69"/>
    <p:sldLayoutId id="2147483864" r:id="rId70"/>
    <p:sldLayoutId id="2147483897" r:id="rId71"/>
    <p:sldLayoutId id="2147483819" r:id="rId72"/>
    <p:sldLayoutId id="2147483822" r:id="rId73"/>
    <p:sldLayoutId id="2147483831" r:id="rId74"/>
    <p:sldLayoutId id="2147483788" r:id="rId75"/>
    <p:sldLayoutId id="2147483798" r:id="rId76"/>
    <p:sldLayoutId id="2147483917" r:id="rId77"/>
    <p:sldLayoutId id="2147483918" r:id="rId78"/>
    <p:sldLayoutId id="2147483927" r:id="rId79"/>
    <p:sldLayoutId id="2147483859" r:id="rId80"/>
    <p:sldLayoutId id="2147483860" r:id="rId81"/>
    <p:sldLayoutId id="2147483863" r:id="rId82"/>
    <p:sldLayoutId id="2147483824" r:id="rId83"/>
    <p:sldLayoutId id="2147483833" r:id="rId84"/>
    <p:sldLayoutId id="2147483884" r:id="rId85"/>
    <p:sldLayoutId id="2147483827" r:id="rId86"/>
    <p:sldLayoutId id="2147483854" r:id="rId87"/>
    <p:sldLayoutId id="2147483811" r:id="rId88"/>
    <p:sldLayoutId id="2147483826" r:id="rId89"/>
    <p:sldLayoutId id="2147483861" r:id="rId90"/>
    <p:sldLayoutId id="2147483888" r:id="rId91"/>
    <p:sldLayoutId id="2147483878" r:id="rId92"/>
    <p:sldLayoutId id="2147483879" r:id="rId93"/>
    <p:sldLayoutId id="2147483825" r:id="rId94"/>
    <p:sldLayoutId id="2147483845" r:id="rId95"/>
    <p:sldLayoutId id="2147483810" r:id="rId96"/>
    <p:sldLayoutId id="2147483850" r:id="rId97"/>
    <p:sldLayoutId id="2147483813" r:id="rId98"/>
    <p:sldLayoutId id="2147483852" r:id="rId99"/>
    <p:sldLayoutId id="2147483894" r:id="rId100"/>
    <p:sldLayoutId id="2147483883" r:id="rId101"/>
    <p:sldLayoutId id="2147483767" r:id="rId102"/>
    <p:sldLayoutId id="2147483821" r:id="rId103"/>
    <p:sldLayoutId id="2147483846" r:id="rId104"/>
    <p:sldLayoutId id="2147483875" r:id="rId105"/>
    <p:sldLayoutId id="2147483809" r:id="rId106"/>
    <p:sldLayoutId id="2147483834" r:id="rId107"/>
    <p:sldLayoutId id="2147483835" r:id="rId108"/>
    <p:sldLayoutId id="2147483851" r:id="rId109"/>
    <p:sldLayoutId id="2147483786" r:id="rId110"/>
    <p:sldLayoutId id="2147483898" r:id="rId111"/>
    <p:sldLayoutId id="2147483782" r:id="rId112"/>
    <p:sldLayoutId id="2147483919" r:id="rId113"/>
    <p:sldLayoutId id="2147483899" r:id="rId114"/>
    <p:sldLayoutId id="2147483797" r:id="rId115"/>
    <p:sldLayoutId id="2147483920" r:id="rId116"/>
    <p:sldLayoutId id="2147483926" r:id="rId117"/>
    <p:sldLayoutId id="2147483923" r:id="rId118"/>
    <p:sldLayoutId id="2147483921" r:id="rId119"/>
    <p:sldLayoutId id="2147483916" r:id="rId120"/>
    <p:sldLayoutId id="2147483932" r:id="rId12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1600" b="0" i="0" kern="1200">
          <a:solidFill>
            <a:schemeClr val="tx2"/>
          </a:solidFill>
          <a:latin typeface="TWK Everett" panose="020B0204000000000000" pitchFamily="34" charset="77"/>
          <a:ea typeface="TWK Everett" panose="020B0204000000000000" pitchFamily="34" charset="77"/>
          <a:cs typeface="TWK Everett" panose="020B0204000000000000" pitchFamily="34" charset="77"/>
        </a:defRPr>
      </a:lvl1pPr>
    </p:titleStyle>
    <p:bodyStyle>
      <a:lvl1pPr marL="285750" indent="-285750" algn="l" defTabSz="914400" rtl="0" eaLnBrk="1" latinLnBrk="0" hangingPunct="1">
        <a:lnSpc>
          <a:spcPct val="100000"/>
        </a:lnSpc>
        <a:spcBef>
          <a:spcPts val="1000"/>
        </a:spcBef>
        <a:buClr>
          <a:schemeClr val="tx2"/>
        </a:buClr>
        <a:buFont typeface="System Font Regular"/>
        <a:buChar char="–"/>
        <a:defRPr sz="1400" b="0" i="0" kern="1200">
          <a:solidFill>
            <a:schemeClr val="tx2"/>
          </a:solidFill>
          <a:latin typeface="TWK Everett" panose="020B0204000000000000" pitchFamily="34" charset="77"/>
          <a:ea typeface="TWK Everett" panose="020B0204000000000000" pitchFamily="34" charset="77"/>
          <a:cs typeface="TWK Everett" panose="020B0204000000000000" pitchFamily="34" charset="77"/>
        </a:defRPr>
      </a:lvl1pPr>
      <a:lvl2pPr marL="514350" indent="-225425" algn="l" defTabSz="914400" rtl="0" eaLnBrk="1" latinLnBrk="0" hangingPunct="1">
        <a:lnSpc>
          <a:spcPct val="10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tabLst/>
        <a:defRPr sz="1400" b="0" i="0" kern="1200">
          <a:solidFill>
            <a:schemeClr val="tx2"/>
          </a:solidFill>
          <a:latin typeface="TWK Everett" panose="020B0204000000000000" pitchFamily="34" charset="77"/>
          <a:ea typeface="TWK Everett" panose="020B0204000000000000" pitchFamily="34" charset="77"/>
          <a:cs typeface="TWK Everett" panose="020B0204000000000000" pitchFamily="34" charset="77"/>
        </a:defRPr>
      </a:lvl2pPr>
      <a:lvl3pPr marL="457200" indent="0" algn="l" defTabSz="914400" rtl="0" eaLnBrk="1" latinLnBrk="0" hangingPunct="1">
        <a:lnSpc>
          <a:spcPct val="100000"/>
        </a:lnSpc>
        <a:spcBef>
          <a:spcPts val="500"/>
        </a:spcBef>
        <a:buClr>
          <a:srgbClr val="3D3C3C"/>
        </a:buClr>
        <a:buSzPct val="90000"/>
        <a:buFont typeface="Courier New" panose="02070309020205020404" pitchFamily="49" charset="0"/>
        <a:buNone/>
        <a:tabLst/>
        <a:defRPr sz="1400" b="0" i="0" kern="1200">
          <a:solidFill>
            <a:schemeClr val="tx2"/>
          </a:solidFill>
          <a:latin typeface="TWK Everett" panose="020B0204000000000000" pitchFamily="34" charset="77"/>
          <a:ea typeface="TWK Everett" panose="020B0204000000000000" pitchFamily="34" charset="77"/>
          <a:cs typeface="TWK Everett" panose="020B0204000000000000" pitchFamily="34" charset="77"/>
        </a:defRPr>
      </a:lvl3pPr>
      <a:lvl4pPr marL="1030288" indent="-288925" algn="l" defTabSz="914400" rtl="0" eaLnBrk="1" latinLnBrk="0" hangingPunct="1">
        <a:lnSpc>
          <a:spcPct val="100000"/>
        </a:lnSpc>
        <a:spcBef>
          <a:spcPts val="500"/>
        </a:spcBef>
        <a:buClr>
          <a:schemeClr val="tx2"/>
        </a:buClr>
        <a:buFont typeface="System Font Regular"/>
        <a:buChar char="–"/>
        <a:tabLst/>
        <a:defRPr sz="1400" b="0" i="0" kern="1200">
          <a:solidFill>
            <a:schemeClr val="tx2"/>
          </a:solidFill>
          <a:latin typeface="TWK Everett" panose="020B0204000000000000" pitchFamily="34" charset="77"/>
          <a:ea typeface="TWK Everett" panose="020B0204000000000000" pitchFamily="34" charset="77"/>
          <a:cs typeface="TWK Everett" panose="020B0204000000000000" pitchFamily="34" charset="77"/>
        </a:defRPr>
      </a:lvl4pPr>
      <a:lvl5pPr marL="1257300" indent="-214313" algn="l" defTabSz="914400" rtl="0" eaLnBrk="1" latinLnBrk="0" hangingPunct="1">
        <a:lnSpc>
          <a:spcPct val="10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tabLst/>
        <a:defRPr sz="1400" b="0" i="0" kern="1200">
          <a:solidFill>
            <a:schemeClr val="tx2"/>
          </a:solidFill>
          <a:latin typeface="TWK Everett" panose="020B0204000000000000" pitchFamily="34" charset="77"/>
          <a:ea typeface="TWK Everett" panose="020B0204000000000000" pitchFamily="34" charset="77"/>
          <a:cs typeface="TWK Everett" panose="020B0204000000000000" pitchFamily="34" charset="77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5" pos="3696" userDrawn="1">
          <p15:clr>
            <a:srgbClr val="F26B43"/>
          </p15:clr>
        </p15:guide>
        <p15:guide id="26" pos="3840" userDrawn="1">
          <p15:clr>
            <a:srgbClr val="F26B43"/>
          </p15:clr>
        </p15:guide>
        <p15:guide id="27" pos="2880" userDrawn="1">
          <p15:clr>
            <a:srgbClr val="F26B43"/>
          </p15:clr>
        </p15:guide>
        <p15:guide id="28" pos="3984" userDrawn="1">
          <p15:clr>
            <a:srgbClr val="F26B43"/>
          </p15:clr>
        </p15:guide>
        <p15:guide id="29" pos="4800" userDrawn="1">
          <p15:clr>
            <a:srgbClr val="F26B43"/>
          </p15:clr>
        </p15:guide>
        <p15:guide id="30" pos="5616" userDrawn="1">
          <p15:clr>
            <a:srgbClr val="F26B43"/>
          </p15:clr>
        </p15:guide>
        <p15:guide id="31" pos="2064" userDrawn="1">
          <p15:clr>
            <a:srgbClr val="F26B43"/>
          </p15:clr>
        </p15:guide>
        <p15:guide id="32" pos="1920" userDrawn="1">
          <p15:clr>
            <a:srgbClr val="F26B43"/>
          </p15:clr>
        </p15:guide>
        <p15:guide id="33" pos="1776" userDrawn="1">
          <p15:clr>
            <a:srgbClr val="F26B43"/>
          </p15:clr>
        </p15:guide>
        <p15:guide id="34" pos="144" userDrawn="1">
          <p15:clr>
            <a:srgbClr val="F26B43"/>
          </p15:clr>
        </p15:guide>
        <p15:guide id="35" pos="5904" userDrawn="1">
          <p15:clr>
            <a:srgbClr val="F26B43"/>
          </p15:clr>
        </p15:guide>
        <p15:guide id="36" orient="horz" pos="216" userDrawn="1">
          <p15:clr>
            <a:srgbClr val="F26B43"/>
          </p15:clr>
        </p15:guide>
        <p15:guide id="37" orient="horz" pos="4104" userDrawn="1">
          <p15:clr>
            <a:srgbClr val="F26B43"/>
          </p15:clr>
        </p15:guide>
        <p15:guide id="38" pos="960" userDrawn="1">
          <p15:clr>
            <a:srgbClr val="F26B43"/>
          </p15:clr>
        </p15:guide>
        <p15:guide id="39" pos="5760" userDrawn="1">
          <p15:clr>
            <a:srgbClr val="F26B43"/>
          </p15:clr>
        </p15:guide>
        <p15:guide id="40" orient="horz" pos="552" userDrawn="1">
          <p15:clr>
            <a:srgbClr val="F26B43"/>
          </p15:clr>
        </p15:guide>
        <p15:guide id="41" orient="horz" pos="3792" userDrawn="1">
          <p15:clr>
            <a:srgbClr val="F26B43"/>
          </p15:clr>
        </p15:guide>
        <p15:guide id="42" orient="horz" pos="2160" userDrawn="1">
          <p15:clr>
            <a:srgbClr val="F26B43"/>
          </p15:clr>
        </p15:guide>
        <p15:guide id="44" orient="horz" pos="1080" userDrawn="1">
          <p15:clr>
            <a:srgbClr val="F26B43"/>
          </p15:clr>
        </p15:guide>
        <p15:guide id="45" orient="horz" pos="2688" userDrawn="1">
          <p15:clr>
            <a:srgbClr val="F26B43"/>
          </p15:clr>
        </p15:guide>
        <p15:guide id="47" orient="horz" pos="3264" userDrawn="1">
          <p15:clr>
            <a:srgbClr val="F26B43"/>
          </p15:clr>
        </p15:guide>
        <p15:guide id="49" orient="horz" pos="1632" userDrawn="1">
          <p15:clr>
            <a:srgbClr val="F26B43"/>
          </p15:clr>
        </p15:guide>
        <p15:guide id="51" pos="7536" userDrawn="1">
          <p15:clr>
            <a:srgbClr val="F26B43"/>
          </p15:clr>
        </p15:guide>
        <p15:guide id="52" pos="672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svg"/><Relationship Id="rId1" Type="http://schemas.openxmlformats.org/officeDocument/2006/relationships/slideLayout" Target="../slideLayouts/slideLayout121.xml"/><Relationship Id="rId4" Type="http://schemas.openxmlformats.org/officeDocument/2006/relationships/image" Target="../media/image19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2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svg"/><Relationship Id="rId9" Type="http://schemas.openxmlformats.org/officeDocument/2006/relationships/image" Target="../media/image27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D9E731-DD2C-E53D-3FD0-059894F082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Rectangle 1028">
            <a:extLst>
              <a:ext uri="{FF2B5EF4-FFF2-40B4-BE49-F238E27FC236}">
                <a16:creationId xmlns:a16="http://schemas.microsoft.com/office/drawing/2014/main" id="{6ED68CA0-0A41-E729-EB13-F6E3700CCFD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12993"/>
            <a:ext cx="12192000" cy="6864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8" name="TextBox 1027">
            <a:extLst>
              <a:ext uri="{FF2B5EF4-FFF2-40B4-BE49-F238E27FC236}">
                <a16:creationId xmlns:a16="http://schemas.microsoft.com/office/drawing/2014/main" id="{5AEEBCB4-87FB-D32F-F14F-5A9F5319DBEA}"/>
              </a:ext>
            </a:extLst>
          </p:cNvPr>
          <p:cNvSpPr txBox="1"/>
          <p:nvPr/>
        </p:nvSpPr>
        <p:spPr>
          <a:xfrm>
            <a:off x="127542" y="113446"/>
            <a:ext cx="113064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Simple Telemetry Solution for Copilot Studio Low Code Agents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857BEBE-FEC2-B34C-CF72-6ACEBF4C6F1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35875" y="1861831"/>
            <a:ext cx="3798100" cy="3229458"/>
          </a:xfrm>
          <a:prstGeom prst="rect">
            <a:avLst/>
          </a:prstGeom>
        </p:spPr>
      </p:pic>
      <p:sp>
        <p:nvSpPr>
          <p:cNvPr id="3" name="Shape 4">
            <a:extLst>
              <a:ext uri="{FF2B5EF4-FFF2-40B4-BE49-F238E27FC236}">
                <a16:creationId xmlns:a16="http://schemas.microsoft.com/office/drawing/2014/main" id="{B37AF1DA-FB41-9877-7A3B-E4E957FBFB20}"/>
              </a:ext>
            </a:extLst>
          </p:cNvPr>
          <p:cNvSpPr/>
          <p:nvPr/>
        </p:nvSpPr>
        <p:spPr>
          <a:xfrm>
            <a:off x="599380" y="3127689"/>
            <a:ext cx="3100733" cy="2830348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/>
          <a:lstStyle/>
          <a:p>
            <a:endParaRPr lang="en-US" sz="2400"/>
          </a:p>
        </p:txBody>
      </p:sp>
      <p:sp>
        <p:nvSpPr>
          <p:cNvPr id="4" name="Shape 9">
            <a:extLst>
              <a:ext uri="{FF2B5EF4-FFF2-40B4-BE49-F238E27FC236}">
                <a16:creationId xmlns:a16="http://schemas.microsoft.com/office/drawing/2014/main" id="{BCAC9A1D-33CC-6DAB-E4EA-7E4FDF3E7066}"/>
              </a:ext>
            </a:extLst>
          </p:cNvPr>
          <p:cNvSpPr/>
          <p:nvPr/>
        </p:nvSpPr>
        <p:spPr>
          <a:xfrm>
            <a:off x="3916083" y="3127689"/>
            <a:ext cx="3100733" cy="283034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/>
          <a:lstStyle/>
          <a:p>
            <a:endParaRPr lang="en-US" sz="2400"/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6D5EC32D-A20F-A0D2-E826-9E424A5B1992}"/>
              </a:ext>
            </a:extLst>
          </p:cNvPr>
          <p:cNvSpPr/>
          <p:nvPr/>
        </p:nvSpPr>
        <p:spPr>
          <a:xfrm>
            <a:off x="599380" y="1621742"/>
            <a:ext cx="3100733" cy="150594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txBody>
          <a:bodyPr/>
          <a:lstStyle/>
          <a:p>
            <a:endParaRPr lang="en-US" sz="2400"/>
          </a:p>
        </p:txBody>
      </p:sp>
      <p:sp>
        <p:nvSpPr>
          <p:cNvPr id="8" name="Shape 9">
            <a:extLst>
              <a:ext uri="{FF2B5EF4-FFF2-40B4-BE49-F238E27FC236}">
                <a16:creationId xmlns:a16="http://schemas.microsoft.com/office/drawing/2014/main" id="{AFEBFABB-1008-03F1-80CC-3601B79191F2}"/>
              </a:ext>
            </a:extLst>
          </p:cNvPr>
          <p:cNvSpPr/>
          <p:nvPr/>
        </p:nvSpPr>
        <p:spPr>
          <a:xfrm>
            <a:off x="3916083" y="1611782"/>
            <a:ext cx="3100733" cy="15159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txBody>
          <a:bodyPr/>
          <a:lstStyle/>
          <a:p>
            <a:endParaRPr lang="en-US" sz="2400"/>
          </a:p>
        </p:txBody>
      </p:sp>
      <p:sp>
        <p:nvSpPr>
          <p:cNvPr id="10" name="Text 12">
            <a:extLst>
              <a:ext uri="{FF2B5EF4-FFF2-40B4-BE49-F238E27FC236}">
                <a16:creationId xmlns:a16="http://schemas.microsoft.com/office/drawing/2014/main" id="{10160925-0BC6-5D09-1B2F-9C0FC1183B3B}"/>
              </a:ext>
            </a:extLst>
          </p:cNvPr>
          <p:cNvSpPr/>
          <p:nvPr/>
        </p:nvSpPr>
        <p:spPr>
          <a:xfrm>
            <a:off x="4049337" y="3213760"/>
            <a:ext cx="2880852" cy="2538808"/>
          </a:xfrm>
          <a:prstGeom prst="rect">
            <a:avLst/>
          </a:prstGeom>
          <a:noFill/>
          <a:ln/>
        </p:spPr>
        <p:txBody>
          <a:bodyPr wrap="square" lIns="0" tIns="0" rIns="0" bIns="0" rtlCol="0" anchor="t" anchorCtr="0"/>
          <a:lstStyle/>
          <a:p>
            <a:r>
              <a:rPr lang="en-US" sz="1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Copilot Studio provides an out of the box mechanism to log this called. Azure Application Insights, provides a mechanism in which we can force agents to log to this database.</a:t>
            </a:r>
          </a:p>
          <a:p>
            <a:endParaRPr lang="en-US" sz="14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By building a providing a small MCP service to the customers, we can provide them with reporting and an Agentic telemetry solution for investigation of any Agent events related to security incidents</a:t>
            </a:r>
          </a:p>
        </p:txBody>
      </p:sp>
      <p:sp>
        <p:nvSpPr>
          <p:cNvPr id="12" name="Shape 4">
            <a:extLst>
              <a:ext uri="{FF2B5EF4-FFF2-40B4-BE49-F238E27FC236}">
                <a16:creationId xmlns:a16="http://schemas.microsoft.com/office/drawing/2014/main" id="{89A8EF52-1CDA-2624-2E84-9296372D3E0D}"/>
              </a:ext>
            </a:extLst>
          </p:cNvPr>
          <p:cNvSpPr/>
          <p:nvPr/>
        </p:nvSpPr>
        <p:spPr>
          <a:xfrm>
            <a:off x="599380" y="1523533"/>
            <a:ext cx="3100733" cy="73152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txBody>
          <a:bodyPr/>
          <a:lstStyle/>
          <a:p>
            <a:endParaRPr lang="en-US" sz="2400"/>
          </a:p>
        </p:txBody>
      </p:sp>
      <p:sp>
        <p:nvSpPr>
          <p:cNvPr id="13" name="Shape 9">
            <a:extLst>
              <a:ext uri="{FF2B5EF4-FFF2-40B4-BE49-F238E27FC236}">
                <a16:creationId xmlns:a16="http://schemas.microsoft.com/office/drawing/2014/main" id="{FB11281E-E648-FB3D-6E14-46B1AFC4120D}"/>
              </a:ext>
            </a:extLst>
          </p:cNvPr>
          <p:cNvSpPr/>
          <p:nvPr/>
        </p:nvSpPr>
        <p:spPr>
          <a:xfrm>
            <a:off x="3916083" y="1513759"/>
            <a:ext cx="3100733" cy="73152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txBody>
          <a:bodyPr/>
          <a:lstStyle/>
          <a:p>
            <a:endParaRPr lang="en-US" sz="2400"/>
          </a:p>
        </p:txBody>
      </p:sp>
      <p:sp>
        <p:nvSpPr>
          <p:cNvPr id="17" name="Shape 5">
            <a:extLst>
              <a:ext uri="{FF2B5EF4-FFF2-40B4-BE49-F238E27FC236}">
                <a16:creationId xmlns:a16="http://schemas.microsoft.com/office/drawing/2014/main" id="{AAA34F58-DC38-0430-7C35-1230DFF0084E}"/>
              </a:ext>
            </a:extLst>
          </p:cNvPr>
          <p:cNvSpPr/>
          <p:nvPr/>
        </p:nvSpPr>
        <p:spPr>
          <a:xfrm>
            <a:off x="1769130" y="1738014"/>
            <a:ext cx="836742" cy="836742"/>
          </a:xfrm>
          <a:prstGeom prst="ellipse">
            <a:avLst/>
          </a:prstGeom>
          <a:solidFill>
            <a:schemeClr val="bg1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8" name="Shape 5">
            <a:extLst>
              <a:ext uri="{FF2B5EF4-FFF2-40B4-BE49-F238E27FC236}">
                <a16:creationId xmlns:a16="http://schemas.microsoft.com/office/drawing/2014/main" id="{A72D32D2-79BD-E012-BAB1-F783ABD21497}"/>
              </a:ext>
            </a:extLst>
          </p:cNvPr>
          <p:cNvSpPr/>
          <p:nvPr/>
        </p:nvSpPr>
        <p:spPr>
          <a:xfrm>
            <a:off x="5034711" y="1726542"/>
            <a:ext cx="836742" cy="836742"/>
          </a:xfrm>
          <a:prstGeom prst="ellipse">
            <a:avLst/>
          </a:prstGeom>
          <a:solidFill>
            <a:schemeClr val="bg1"/>
          </a:solidFill>
          <a:ln/>
        </p:spPr>
        <p:txBody>
          <a:bodyPr/>
          <a:lstStyle/>
          <a:p>
            <a:endParaRPr lang="en-US" sz="2400"/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52EA9951-0FAC-6681-8C39-27861BEB535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2756" y="1916315"/>
            <a:ext cx="444816" cy="460702"/>
          </a:xfrm>
          <a:prstGeom prst="rect">
            <a:avLst/>
          </a:prstGeom>
        </p:spPr>
      </p:pic>
      <p:sp>
        <p:nvSpPr>
          <p:cNvPr id="20" name="Text 6">
            <a:extLst>
              <a:ext uri="{FF2B5EF4-FFF2-40B4-BE49-F238E27FC236}">
                <a16:creationId xmlns:a16="http://schemas.microsoft.com/office/drawing/2014/main" id="{6C8B0E05-E3D7-0142-32A5-74471F270816}"/>
              </a:ext>
            </a:extLst>
          </p:cNvPr>
          <p:cNvSpPr/>
          <p:nvPr/>
        </p:nvSpPr>
        <p:spPr>
          <a:xfrm>
            <a:off x="1169554" y="2563284"/>
            <a:ext cx="2035893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  <a:latin typeface="TWK Everett" panose="020B0204000000000000" pitchFamily="34" charset="77"/>
                <a:ea typeface="Calibri" pitchFamily="34" charset="-122"/>
                <a:cs typeface="Calibri" pitchFamily="34" charset="-120"/>
              </a:rPr>
              <a:t>Challenge</a:t>
            </a:r>
            <a:endParaRPr lang="en-US" dirty="0">
              <a:solidFill>
                <a:schemeClr val="tx2"/>
              </a:solidFill>
              <a:latin typeface="TWK Everett" panose="020B0204000000000000" pitchFamily="34" charset="77"/>
            </a:endParaRPr>
          </a:p>
        </p:txBody>
      </p:sp>
      <p:sp>
        <p:nvSpPr>
          <p:cNvPr id="21" name="Text 11">
            <a:extLst>
              <a:ext uri="{FF2B5EF4-FFF2-40B4-BE49-F238E27FC236}">
                <a16:creationId xmlns:a16="http://schemas.microsoft.com/office/drawing/2014/main" id="{1DC866BB-65D0-642C-440E-A42F3B28D632}"/>
              </a:ext>
            </a:extLst>
          </p:cNvPr>
          <p:cNvSpPr/>
          <p:nvPr/>
        </p:nvSpPr>
        <p:spPr>
          <a:xfrm>
            <a:off x="4256350" y="2563284"/>
            <a:ext cx="2393464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  <a:latin typeface="TWK Everett" panose="020B0204000000000000" pitchFamily="34" charset="77"/>
                <a:cs typeface="Calibri" pitchFamily="34" charset="-120"/>
              </a:rPr>
              <a:t>Solution</a:t>
            </a:r>
          </a:p>
        </p:txBody>
      </p:sp>
      <p:pic>
        <p:nvPicPr>
          <p:cNvPr id="24" name="Graphic 23">
            <a:extLst>
              <a:ext uri="{FF2B5EF4-FFF2-40B4-BE49-F238E27FC236}">
                <a16:creationId xmlns:a16="http://schemas.microsoft.com/office/drawing/2014/main" id="{3EF0D56B-F50E-1FBF-673B-A1AA9FE7A94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71535" y="1887372"/>
            <a:ext cx="631932" cy="631930"/>
          </a:xfrm>
          <a:prstGeom prst="rect">
            <a:avLst/>
          </a:prstGeom>
        </p:spPr>
      </p:pic>
      <p:sp>
        <p:nvSpPr>
          <p:cNvPr id="54" name="Text 12">
            <a:extLst>
              <a:ext uri="{FF2B5EF4-FFF2-40B4-BE49-F238E27FC236}">
                <a16:creationId xmlns:a16="http://schemas.microsoft.com/office/drawing/2014/main" id="{161FD7FF-F7F2-EA43-9B52-8FFF8E5D1E23}"/>
              </a:ext>
            </a:extLst>
          </p:cNvPr>
          <p:cNvSpPr/>
          <p:nvPr/>
        </p:nvSpPr>
        <p:spPr>
          <a:xfrm>
            <a:off x="696321" y="3204414"/>
            <a:ext cx="2932403" cy="2753624"/>
          </a:xfrm>
          <a:prstGeom prst="rect">
            <a:avLst/>
          </a:prstGeom>
          <a:noFill/>
          <a:ln/>
        </p:spPr>
        <p:txBody>
          <a:bodyPr wrap="square" lIns="0" tIns="0" rIns="0" bIns="0" rtlCol="0" anchor="t" anchorCtr="0"/>
          <a:lstStyle/>
          <a:p>
            <a:r>
              <a:rPr lang="en-US" sz="1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Agent Traceability and Governance are limited to the general usage and without the use of Agent 365 or Advance Purview reporting, this information is lost.</a:t>
            </a:r>
          </a:p>
          <a:p>
            <a:endParaRPr lang="en-US" sz="14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Understanding the Runtime of the Agents with regards to connections and API calls requires additional tractability when governing and monitoring a zoned governance model Kyndryl intends to provide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C320EAA-8B57-2972-BE77-67FBF195E110}"/>
              </a:ext>
            </a:extLst>
          </p:cNvPr>
          <p:cNvSpPr txBox="1"/>
          <p:nvPr/>
        </p:nvSpPr>
        <p:spPr>
          <a:xfrm>
            <a:off x="3706050" y="6316972"/>
            <a:ext cx="852892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https://</a:t>
            </a:r>
            <a:r>
              <a:rPr lang="en-US" sz="1200" dirty="0" err="1"/>
              <a:t>learn.microsoft.com</a:t>
            </a:r>
            <a:r>
              <a:rPr lang="en-US" sz="1200" dirty="0"/>
              <a:t>/</a:t>
            </a:r>
            <a:r>
              <a:rPr lang="en-US" sz="1200" dirty="0" err="1"/>
              <a:t>en</a:t>
            </a:r>
            <a:r>
              <a:rPr lang="en-US" sz="1200" dirty="0"/>
              <a:t>-us/</a:t>
            </a:r>
            <a:r>
              <a:rPr lang="en-US" sz="1200" dirty="0" err="1"/>
              <a:t>microsoft</a:t>
            </a:r>
            <a:r>
              <a:rPr lang="en-US" sz="1200" dirty="0"/>
              <a:t>-copilot-studio/advanced-bot-framework-composer-capture-telemetry</a:t>
            </a:r>
          </a:p>
        </p:txBody>
      </p:sp>
    </p:spTree>
    <p:extLst>
      <p:ext uri="{BB962C8B-B14F-4D97-AF65-F5344CB8AC3E}">
        <p14:creationId xmlns:p14="http://schemas.microsoft.com/office/powerpoint/2010/main" val="37620891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A9F51A-3FC6-A65A-5A56-2BC764817F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Picture 44">
            <a:extLst>
              <a:ext uri="{FF2B5EF4-FFF2-40B4-BE49-F238E27FC236}">
                <a16:creationId xmlns:a16="http://schemas.microsoft.com/office/drawing/2014/main" id="{E8B746F7-70CA-B91E-5606-4D49997DE3B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2179"/>
          <a:stretch>
            <a:fillRect/>
          </a:stretch>
        </p:blipFill>
        <p:spPr>
          <a:xfrm>
            <a:off x="5589157" y="4579627"/>
            <a:ext cx="4259053" cy="2164927"/>
          </a:xfrm>
          <a:prstGeom prst="rect">
            <a:avLst/>
          </a:prstGeom>
        </p:spPr>
      </p:pic>
      <p:sp>
        <p:nvSpPr>
          <p:cNvPr id="1033" name="Shape 38">
            <a:extLst>
              <a:ext uri="{FF2B5EF4-FFF2-40B4-BE49-F238E27FC236}">
                <a16:creationId xmlns:a16="http://schemas.microsoft.com/office/drawing/2014/main" id="{F14C0016-29F3-EF99-ADE9-58751B93B735}"/>
              </a:ext>
            </a:extLst>
          </p:cNvPr>
          <p:cNvSpPr/>
          <p:nvPr/>
        </p:nvSpPr>
        <p:spPr>
          <a:xfrm>
            <a:off x="3167888" y="5002773"/>
            <a:ext cx="2097024" cy="1098891"/>
          </a:xfrm>
          <a:prstGeom prst="rect">
            <a:avLst/>
          </a:prstGeom>
          <a:solidFill>
            <a:srgbClr val="D1FAF2"/>
          </a:solidFill>
          <a:ln w="12700">
            <a:solidFill>
              <a:srgbClr val="0D9488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45C6E14D-0E94-C67F-E1C2-A3D4D71760E0}"/>
              </a:ext>
            </a:extLst>
          </p:cNvPr>
          <p:cNvSpPr/>
          <p:nvPr/>
        </p:nvSpPr>
        <p:spPr>
          <a:xfrm>
            <a:off x="3281739" y="3199712"/>
            <a:ext cx="1887297" cy="1472663"/>
          </a:xfrm>
          <a:custGeom>
            <a:avLst/>
            <a:gdLst>
              <a:gd name="csX0" fmla="*/ 0 w 1887297"/>
              <a:gd name="csY0" fmla="*/ 65534 h 1472663"/>
              <a:gd name="csX1" fmla="*/ 65534 w 1887297"/>
              <a:gd name="csY1" fmla="*/ 0 h 1472663"/>
              <a:gd name="csX2" fmla="*/ 686068 w 1887297"/>
              <a:gd name="csY2" fmla="*/ 0 h 1472663"/>
              <a:gd name="csX3" fmla="*/ 1253916 w 1887297"/>
              <a:gd name="csY3" fmla="*/ 0 h 1472663"/>
              <a:gd name="csX4" fmla="*/ 1821763 w 1887297"/>
              <a:gd name="csY4" fmla="*/ 0 h 1472663"/>
              <a:gd name="csX5" fmla="*/ 1887297 w 1887297"/>
              <a:gd name="csY5" fmla="*/ 65534 h 1472663"/>
              <a:gd name="csX6" fmla="*/ 1887297 w 1887297"/>
              <a:gd name="csY6" fmla="*/ 485900 h 1472663"/>
              <a:gd name="csX7" fmla="*/ 1887297 w 1887297"/>
              <a:gd name="csY7" fmla="*/ 906267 h 1472663"/>
              <a:gd name="csX8" fmla="*/ 1887297 w 1887297"/>
              <a:gd name="csY8" fmla="*/ 1407129 h 1472663"/>
              <a:gd name="csX9" fmla="*/ 1821763 w 1887297"/>
              <a:gd name="csY9" fmla="*/ 1472663 h 1472663"/>
              <a:gd name="csX10" fmla="*/ 1236353 w 1887297"/>
              <a:gd name="csY10" fmla="*/ 1472663 h 1472663"/>
              <a:gd name="csX11" fmla="*/ 668506 w 1887297"/>
              <a:gd name="csY11" fmla="*/ 1472663 h 1472663"/>
              <a:gd name="csX12" fmla="*/ 65534 w 1887297"/>
              <a:gd name="csY12" fmla="*/ 1472663 h 1472663"/>
              <a:gd name="csX13" fmla="*/ 0 w 1887297"/>
              <a:gd name="csY13" fmla="*/ 1407129 h 1472663"/>
              <a:gd name="csX14" fmla="*/ 0 w 1887297"/>
              <a:gd name="csY14" fmla="*/ 959931 h 1472663"/>
              <a:gd name="csX15" fmla="*/ 0 w 1887297"/>
              <a:gd name="csY15" fmla="*/ 485900 h 1472663"/>
              <a:gd name="csX16" fmla="*/ 0 w 1887297"/>
              <a:gd name="csY16" fmla="*/ 65534 h 147266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1887297" h="1472663" extrusionOk="0">
                <a:moveTo>
                  <a:pt x="0" y="65534"/>
                </a:moveTo>
                <a:cubicBezTo>
                  <a:pt x="-2196" y="27987"/>
                  <a:pt x="24619" y="1772"/>
                  <a:pt x="65534" y="0"/>
                </a:cubicBezTo>
                <a:cubicBezTo>
                  <a:pt x="210518" y="-49400"/>
                  <a:pt x="464518" y="65739"/>
                  <a:pt x="686068" y="0"/>
                </a:cubicBezTo>
                <a:cubicBezTo>
                  <a:pt x="907618" y="-65739"/>
                  <a:pt x="1088002" y="33439"/>
                  <a:pt x="1253916" y="0"/>
                </a:cubicBezTo>
                <a:cubicBezTo>
                  <a:pt x="1419830" y="-33439"/>
                  <a:pt x="1665636" y="43308"/>
                  <a:pt x="1821763" y="0"/>
                </a:cubicBezTo>
                <a:cubicBezTo>
                  <a:pt x="1855533" y="-7804"/>
                  <a:pt x="1888636" y="24387"/>
                  <a:pt x="1887297" y="65534"/>
                </a:cubicBezTo>
                <a:cubicBezTo>
                  <a:pt x="1931080" y="208154"/>
                  <a:pt x="1858798" y="321478"/>
                  <a:pt x="1887297" y="485900"/>
                </a:cubicBezTo>
                <a:cubicBezTo>
                  <a:pt x="1915796" y="650322"/>
                  <a:pt x="1858804" y="771540"/>
                  <a:pt x="1887297" y="906267"/>
                </a:cubicBezTo>
                <a:cubicBezTo>
                  <a:pt x="1915790" y="1040994"/>
                  <a:pt x="1832756" y="1202563"/>
                  <a:pt x="1887297" y="1407129"/>
                </a:cubicBezTo>
                <a:cubicBezTo>
                  <a:pt x="1888393" y="1443585"/>
                  <a:pt x="1854242" y="1472062"/>
                  <a:pt x="1821763" y="1472663"/>
                </a:cubicBezTo>
                <a:cubicBezTo>
                  <a:pt x="1675619" y="1536559"/>
                  <a:pt x="1425520" y="1460859"/>
                  <a:pt x="1236353" y="1472663"/>
                </a:cubicBezTo>
                <a:cubicBezTo>
                  <a:pt x="1047186" y="1484467"/>
                  <a:pt x="881647" y="1408361"/>
                  <a:pt x="668506" y="1472663"/>
                </a:cubicBezTo>
                <a:cubicBezTo>
                  <a:pt x="455365" y="1536965"/>
                  <a:pt x="211854" y="1438360"/>
                  <a:pt x="65534" y="1472663"/>
                </a:cubicBezTo>
                <a:cubicBezTo>
                  <a:pt x="34459" y="1466310"/>
                  <a:pt x="-3726" y="1441882"/>
                  <a:pt x="0" y="1407129"/>
                </a:cubicBezTo>
                <a:cubicBezTo>
                  <a:pt x="-8199" y="1292110"/>
                  <a:pt x="31775" y="1156976"/>
                  <a:pt x="0" y="959931"/>
                </a:cubicBezTo>
                <a:cubicBezTo>
                  <a:pt x="-31775" y="762886"/>
                  <a:pt x="43849" y="599430"/>
                  <a:pt x="0" y="485900"/>
                </a:cubicBezTo>
                <a:cubicBezTo>
                  <a:pt x="-43849" y="372370"/>
                  <a:pt x="8253" y="260435"/>
                  <a:pt x="0" y="65534"/>
                </a:cubicBezTo>
                <a:close/>
              </a:path>
            </a:pathLst>
          </a:custGeom>
          <a:noFill/>
          <a:ln>
            <a:prstDash val="lgDash"/>
            <a:extLst>
              <a:ext uri="{C807C97D-BFC1-408E-A445-0C87EB9F89A2}">
                <ask:lineSketchStyleProps xmlns:ask="http://schemas.microsoft.com/office/drawing/2018/sketchyshapes" sd="1219033472">
                  <a:prstGeom prst="roundRect">
                    <a:avLst>
                      <a:gd name="adj" fmla="val 4450"/>
                    </a:avLst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9" name="Rectangle 1028">
            <a:extLst>
              <a:ext uri="{FF2B5EF4-FFF2-40B4-BE49-F238E27FC236}">
                <a16:creationId xmlns:a16="http://schemas.microsoft.com/office/drawing/2014/main" id="{229BC198-BBBB-9A89-3969-17C5BF82050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12993"/>
            <a:ext cx="12192000" cy="6864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30" name="Picture 6" descr="Excel Icon, Excel File Emblem, Microsoft Excel Symbol, Office ...">
            <a:extLst>
              <a:ext uri="{FF2B5EF4-FFF2-40B4-BE49-F238E27FC236}">
                <a16:creationId xmlns:a16="http://schemas.microsoft.com/office/drawing/2014/main" id="{1C65CA48-AFD1-DB0B-267D-C70D983917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6728" y="4030504"/>
            <a:ext cx="442432" cy="4424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Graphic 10" descr="Group of men with solid fill">
            <a:extLst>
              <a:ext uri="{FF2B5EF4-FFF2-40B4-BE49-F238E27FC236}">
                <a16:creationId xmlns:a16="http://schemas.microsoft.com/office/drawing/2014/main" id="{E7516046-3520-C6A1-08D9-3158046632E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07920" y="3911072"/>
            <a:ext cx="598838" cy="598838"/>
          </a:xfrm>
          <a:prstGeom prst="rect">
            <a:avLst/>
          </a:prstGeom>
        </p:spPr>
      </p:pic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836327B-136F-25C1-3EB5-D68F0EFFCB82}"/>
              </a:ext>
            </a:extLst>
          </p:cNvPr>
          <p:cNvCxnSpPr>
            <a:cxnSpLocks/>
          </p:cNvCxnSpPr>
          <p:nvPr/>
        </p:nvCxnSpPr>
        <p:spPr>
          <a:xfrm flipH="1">
            <a:off x="2736720" y="4234651"/>
            <a:ext cx="93003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0" name="Group 29">
            <a:extLst>
              <a:ext uri="{FF2B5EF4-FFF2-40B4-BE49-F238E27FC236}">
                <a16:creationId xmlns:a16="http://schemas.microsoft.com/office/drawing/2014/main" id="{4DE8039B-7C7E-A759-108A-FB26DD7ACEA6}"/>
              </a:ext>
            </a:extLst>
          </p:cNvPr>
          <p:cNvGrpSpPr/>
          <p:nvPr/>
        </p:nvGrpSpPr>
        <p:grpSpPr>
          <a:xfrm>
            <a:off x="3187454" y="5440496"/>
            <a:ext cx="1180264" cy="716862"/>
            <a:chOff x="3705245" y="4177501"/>
            <a:chExt cx="1358271" cy="820936"/>
          </a:xfrm>
        </p:grpSpPr>
        <p:pic>
          <p:nvPicPr>
            <p:cNvPr id="1034" name="Picture 10">
              <a:extLst>
                <a:ext uri="{FF2B5EF4-FFF2-40B4-BE49-F238E27FC236}">
                  <a16:creationId xmlns:a16="http://schemas.microsoft.com/office/drawing/2014/main" id="{4B472D8B-88AA-7670-D789-765D1F43F49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74067" y="4177501"/>
              <a:ext cx="420628" cy="42062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5B244F30-7877-7251-F4F7-0A44C1412108}"/>
                </a:ext>
              </a:extLst>
            </p:cNvPr>
            <p:cNvSpPr txBox="1"/>
            <p:nvPr/>
          </p:nvSpPr>
          <p:spPr>
            <a:xfrm>
              <a:off x="3705245" y="4540239"/>
              <a:ext cx="1358271" cy="4581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000" dirty="0"/>
                <a:t>Agent Telemetry MCP Server</a:t>
              </a:r>
            </a:p>
          </p:txBody>
        </p:sp>
      </p:grpSp>
      <p:sp>
        <p:nvSpPr>
          <p:cNvPr id="1028" name="TextBox 1027">
            <a:extLst>
              <a:ext uri="{FF2B5EF4-FFF2-40B4-BE49-F238E27FC236}">
                <a16:creationId xmlns:a16="http://schemas.microsoft.com/office/drawing/2014/main" id="{1D0428DD-737E-2EFB-769C-4E81E8A0CAA0}"/>
              </a:ext>
            </a:extLst>
          </p:cNvPr>
          <p:cNvSpPr txBox="1"/>
          <p:nvPr/>
        </p:nvSpPr>
        <p:spPr>
          <a:xfrm>
            <a:off x="127542" y="113446"/>
            <a:ext cx="113064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Simple Telemetry Solution for Copilot Studio Low Code Agents</a:t>
            </a: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37A215CF-8AE0-63F7-D5FF-57BE0C2B4079}"/>
              </a:ext>
            </a:extLst>
          </p:cNvPr>
          <p:cNvGrpSpPr/>
          <p:nvPr/>
        </p:nvGrpSpPr>
        <p:grpSpPr>
          <a:xfrm>
            <a:off x="2960762" y="1084046"/>
            <a:ext cx="2365110" cy="1021529"/>
            <a:chOff x="2830694" y="1116996"/>
            <a:chExt cx="2365110" cy="1021529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6B9317E6-EF17-E4F0-A5B0-79731D36BC1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r="87893" b="6014"/>
            <a:stretch>
              <a:fillRect/>
            </a:stretch>
          </p:blipFill>
          <p:spPr>
            <a:xfrm>
              <a:off x="2830694" y="1116996"/>
              <a:ext cx="356551" cy="388095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6A0CD989-5DBF-AC8F-8F78-45DE0BA9F70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r="87829" b="21933"/>
            <a:stretch>
              <a:fillRect/>
            </a:stretch>
          </p:blipFill>
          <p:spPr>
            <a:xfrm>
              <a:off x="2945428" y="1624778"/>
              <a:ext cx="356552" cy="395351"/>
            </a:xfrm>
            <a:prstGeom prst="rect">
              <a:avLst/>
            </a:prstGeom>
          </p:spPr>
        </p:pic>
        <p:sp>
          <p:nvSpPr>
            <p:cNvPr id="14" name="Shape 48">
              <a:extLst>
                <a:ext uri="{FF2B5EF4-FFF2-40B4-BE49-F238E27FC236}">
                  <a16:creationId xmlns:a16="http://schemas.microsoft.com/office/drawing/2014/main" id="{89DD4DC0-DD39-3DD2-3E08-BAE3CDFA5D10}"/>
                </a:ext>
              </a:extLst>
            </p:cNvPr>
            <p:cNvSpPr/>
            <p:nvPr/>
          </p:nvSpPr>
          <p:spPr>
            <a:xfrm>
              <a:off x="3187245" y="1205200"/>
              <a:ext cx="1893824" cy="454518"/>
            </a:xfrm>
            <a:prstGeom prst="rect">
              <a:avLst/>
            </a:prstGeom>
            <a:solidFill>
              <a:srgbClr val="DBEAFE"/>
            </a:solidFill>
            <a:ln w="12700">
              <a:solidFill>
                <a:srgbClr val="1D6FA5">
                  <a:alpha val="60000"/>
                </a:srgbClr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15" name="Text 49">
              <a:extLst>
                <a:ext uri="{FF2B5EF4-FFF2-40B4-BE49-F238E27FC236}">
                  <a16:creationId xmlns:a16="http://schemas.microsoft.com/office/drawing/2014/main" id="{DE7B3BAF-78E1-215C-744B-8C9155C32965}"/>
                </a:ext>
              </a:extLst>
            </p:cNvPr>
            <p:cNvSpPr/>
            <p:nvPr/>
          </p:nvSpPr>
          <p:spPr>
            <a:xfrm>
              <a:off x="3248205" y="1205200"/>
              <a:ext cx="1771904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133" dirty="0">
                  <a:solidFill>
                    <a:srgbClr val="1D6FA5"/>
                  </a:solidFill>
                </a:rPr>
                <a:t>appinsights-agent-telemetry</a:t>
              </a:r>
              <a:endParaRPr lang="en-US" sz="1133" dirty="0"/>
            </a:p>
          </p:txBody>
        </p:sp>
        <p:sp>
          <p:nvSpPr>
            <p:cNvPr id="16" name="Text 50">
              <a:extLst>
                <a:ext uri="{FF2B5EF4-FFF2-40B4-BE49-F238E27FC236}">
                  <a16:creationId xmlns:a16="http://schemas.microsoft.com/office/drawing/2014/main" id="{34755224-7CB0-59FE-6D78-4763C3CE236A}"/>
                </a:ext>
              </a:extLst>
            </p:cNvPr>
            <p:cNvSpPr/>
            <p:nvPr/>
          </p:nvSpPr>
          <p:spPr>
            <a:xfrm>
              <a:off x="3216673" y="1391494"/>
              <a:ext cx="1771904" cy="2682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000" dirty="0">
                  <a:solidFill>
                    <a:srgbClr val="374151"/>
                  </a:solidFill>
                </a:rPr>
                <a:t>Application Insights</a:t>
              </a:r>
              <a:endParaRPr lang="en-US" sz="1000" dirty="0"/>
            </a:p>
          </p:txBody>
        </p:sp>
        <p:sp>
          <p:nvSpPr>
            <p:cNvPr id="23" name="Shape 51">
              <a:extLst>
                <a:ext uri="{FF2B5EF4-FFF2-40B4-BE49-F238E27FC236}">
                  <a16:creationId xmlns:a16="http://schemas.microsoft.com/office/drawing/2014/main" id="{8FEC05AE-252E-4ABA-1377-80B04EF49510}"/>
                </a:ext>
              </a:extLst>
            </p:cNvPr>
            <p:cNvSpPr/>
            <p:nvPr/>
          </p:nvSpPr>
          <p:spPr>
            <a:xfrm>
              <a:off x="3301980" y="1691385"/>
              <a:ext cx="1893824" cy="447140"/>
            </a:xfrm>
            <a:prstGeom prst="rect">
              <a:avLst/>
            </a:prstGeom>
            <a:solidFill>
              <a:srgbClr val="DBEAFE"/>
            </a:solidFill>
            <a:ln w="12700">
              <a:solidFill>
                <a:srgbClr val="1D6FA5">
                  <a:alpha val="60000"/>
                </a:srgbClr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26" name="Text 52">
              <a:extLst>
                <a:ext uri="{FF2B5EF4-FFF2-40B4-BE49-F238E27FC236}">
                  <a16:creationId xmlns:a16="http://schemas.microsoft.com/office/drawing/2014/main" id="{483DF8BC-0DB4-725C-885C-79F80F12FA2E}"/>
                </a:ext>
              </a:extLst>
            </p:cNvPr>
            <p:cNvSpPr/>
            <p:nvPr/>
          </p:nvSpPr>
          <p:spPr>
            <a:xfrm>
              <a:off x="3362940" y="1675228"/>
              <a:ext cx="1771904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133" dirty="0">
                  <a:solidFill>
                    <a:srgbClr val="1D6FA5"/>
                  </a:solidFill>
                </a:rPr>
                <a:t>LogAnalyticsAgentTelemetry</a:t>
              </a:r>
              <a:endParaRPr lang="en-US" sz="1133" dirty="0"/>
            </a:p>
          </p:txBody>
        </p:sp>
        <p:sp>
          <p:nvSpPr>
            <p:cNvPr id="27" name="Text 53">
              <a:extLst>
                <a:ext uri="{FF2B5EF4-FFF2-40B4-BE49-F238E27FC236}">
                  <a16:creationId xmlns:a16="http://schemas.microsoft.com/office/drawing/2014/main" id="{15458E59-B065-453F-AB6D-0756DEB8BD9A}"/>
                </a:ext>
              </a:extLst>
            </p:cNvPr>
            <p:cNvSpPr/>
            <p:nvPr/>
          </p:nvSpPr>
          <p:spPr>
            <a:xfrm>
              <a:off x="3351698" y="1870300"/>
              <a:ext cx="1771904" cy="2682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000" dirty="0">
                  <a:solidFill>
                    <a:srgbClr val="374151"/>
                  </a:solidFill>
                </a:rPr>
                <a:t>Log Analytics Workspace</a:t>
              </a:r>
              <a:endParaRPr lang="en-US" sz="1000" dirty="0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3D7CBEA7-ED68-5833-DFE5-5D327A41F2DD}"/>
              </a:ext>
            </a:extLst>
          </p:cNvPr>
          <p:cNvGrpSpPr/>
          <p:nvPr/>
        </p:nvGrpSpPr>
        <p:grpSpPr>
          <a:xfrm>
            <a:off x="3339869" y="3328404"/>
            <a:ext cx="1751435" cy="531206"/>
            <a:chOff x="7532459" y="1053703"/>
            <a:chExt cx="1751435" cy="531206"/>
          </a:xfrm>
        </p:grpSpPr>
        <p:sp>
          <p:nvSpPr>
            <p:cNvPr id="28" name="Shape 77">
              <a:extLst>
                <a:ext uri="{FF2B5EF4-FFF2-40B4-BE49-F238E27FC236}">
                  <a16:creationId xmlns:a16="http://schemas.microsoft.com/office/drawing/2014/main" id="{76F5A9B1-9DF8-6F12-6439-89660499BBFA}"/>
                </a:ext>
              </a:extLst>
            </p:cNvPr>
            <p:cNvSpPr/>
            <p:nvPr/>
          </p:nvSpPr>
          <p:spPr>
            <a:xfrm>
              <a:off x="7593419" y="1073767"/>
              <a:ext cx="1680758" cy="511142"/>
            </a:xfrm>
            <a:prstGeom prst="rect">
              <a:avLst/>
            </a:prstGeom>
            <a:solidFill>
              <a:srgbClr val="FEF3C7"/>
            </a:solidFill>
            <a:ln w="12700">
              <a:solidFill>
                <a:srgbClr val="B45309">
                  <a:alpha val="60000"/>
                </a:srgbClr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31" name="Text 78">
              <a:extLst>
                <a:ext uri="{FF2B5EF4-FFF2-40B4-BE49-F238E27FC236}">
                  <a16:creationId xmlns:a16="http://schemas.microsoft.com/office/drawing/2014/main" id="{33D8D982-DDB7-3271-B6B7-3FF6230CE980}"/>
                </a:ext>
              </a:extLst>
            </p:cNvPr>
            <p:cNvSpPr/>
            <p:nvPr/>
          </p:nvSpPr>
          <p:spPr>
            <a:xfrm>
              <a:off x="7532459" y="1053703"/>
              <a:ext cx="1751435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133" b="1" dirty="0">
                  <a:solidFill>
                    <a:srgbClr val="B45309"/>
                  </a:solidFill>
                </a:rPr>
                <a:t>stagenttelemetrymwc</a:t>
              </a:r>
              <a:endParaRPr lang="en-US" sz="1133" dirty="0"/>
            </a:p>
          </p:txBody>
        </p:sp>
        <p:sp>
          <p:nvSpPr>
            <p:cNvPr id="32" name="Text 79">
              <a:extLst>
                <a:ext uri="{FF2B5EF4-FFF2-40B4-BE49-F238E27FC236}">
                  <a16:creationId xmlns:a16="http://schemas.microsoft.com/office/drawing/2014/main" id="{4EC745F5-0C40-72CC-BEC2-9C1C021060EE}"/>
                </a:ext>
              </a:extLst>
            </p:cNvPr>
            <p:cNvSpPr/>
            <p:nvPr/>
          </p:nvSpPr>
          <p:spPr>
            <a:xfrm>
              <a:off x="7699151" y="1296272"/>
              <a:ext cx="1580168" cy="2682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000" dirty="0">
                  <a:solidFill>
                    <a:srgbClr val="374151"/>
                  </a:solidFill>
                </a:rPr>
                <a:t>Storage Account · East US</a:t>
              </a:r>
              <a:endParaRPr lang="en-US" sz="1000" dirty="0"/>
            </a:p>
          </p:txBody>
        </p:sp>
      </p:grpSp>
      <p:pic>
        <p:nvPicPr>
          <p:cNvPr id="41" name="Picture 40">
            <a:extLst>
              <a:ext uri="{FF2B5EF4-FFF2-40B4-BE49-F238E27FC236}">
                <a16:creationId xmlns:a16="http://schemas.microsoft.com/office/drawing/2014/main" id="{823BB240-E72A-3242-0EA4-77F6DD241E1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20520" y="4023785"/>
            <a:ext cx="518183" cy="419481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AAE1854E-28C7-0AF4-AA82-E523C6EA482E}"/>
              </a:ext>
            </a:extLst>
          </p:cNvPr>
          <p:cNvSpPr txBox="1"/>
          <p:nvPr/>
        </p:nvSpPr>
        <p:spPr>
          <a:xfrm>
            <a:off x="4443405" y="4335817"/>
            <a:ext cx="466691" cy="2507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/>
              <a:t>Blob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4429999D-F79F-6CE4-9353-F19DD0EF1392}"/>
              </a:ext>
            </a:extLst>
          </p:cNvPr>
          <p:cNvSpPr/>
          <p:nvPr/>
        </p:nvSpPr>
        <p:spPr>
          <a:xfrm>
            <a:off x="8442715" y="1464858"/>
            <a:ext cx="2593419" cy="43973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Azure Monitor Alerts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7D9D2FF4-CA3C-5515-7E99-CC66208262A2}"/>
              </a:ext>
            </a:extLst>
          </p:cNvPr>
          <p:cNvCxnSpPr>
            <a:cxnSpLocks/>
          </p:cNvCxnSpPr>
          <p:nvPr/>
        </p:nvCxnSpPr>
        <p:spPr>
          <a:xfrm>
            <a:off x="4676750" y="4586531"/>
            <a:ext cx="0" cy="3499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A65BEE4F-B081-2431-4B90-41AA2346D2D4}"/>
              </a:ext>
            </a:extLst>
          </p:cNvPr>
          <p:cNvCxnSpPr>
            <a:cxnSpLocks/>
          </p:cNvCxnSpPr>
          <p:nvPr/>
        </p:nvCxnSpPr>
        <p:spPr>
          <a:xfrm flipH="1">
            <a:off x="2760322" y="5552218"/>
            <a:ext cx="37871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ectangle 54">
            <a:extLst>
              <a:ext uri="{FF2B5EF4-FFF2-40B4-BE49-F238E27FC236}">
                <a16:creationId xmlns:a16="http://schemas.microsoft.com/office/drawing/2014/main" id="{7CA56F5C-BDFA-A1B8-F1B2-CB26FAFD5C95}"/>
              </a:ext>
            </a:extLst>
          </p:cNvPr>
          <p:cNvSpPr/>
          <p:nvPr/>
        </p:nvSpPr>
        <p:spPr>
          <a:xfrm>
            <a:off x="1133451" y="1820764"/>
            <a:ext cx="1103963" cy="465616"/>
          </a:xfrm>
          <a:prstGeom prst="rect">
            <a:avLst/>
          </a:prstGeom>
          <a:solidFill>
            <a:srgbClr val="00B050">
              <a:alpha val="29804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Copilot Studio Agent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BB97E4F5-E3F4-C09E-CCFB-BF14E4CBED36}"/>
              </a:ext>
            </a:extLst>
          </p:cNvPr>
          <p:cNvSpPr/>
          <p:nvPr/>
        </p:nvSpPr>
        <p:spPr>
          <a:xfrm>
            <a:off x="1137890" y="1193052"/>
            <a:ext cx="1103963" cy="465616"/>
          </a:xfrm>
          <a:prstGeom prst="rect">
            <a:avLst/>
          </a:prstGeom>
          <a:solidFill>
            <a:srgbClr val="00B050">
              <a:alpha val="29804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Copilot Studio Agent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58C71479-78D4-7E85-71A3-19E5A690B6F9}"/>
              </a:ext>
            </a:extLst>
          </p:cNvPr>
          <p:cNvCxnSpPr>
            <a:cxnSpLocks/>
          </p:cNvCxnSpPr>
          <p:nvPr/>
        </p:nvCxnSpPr>
        <p:spPr>
          <a:xfrm flipV="1">
            <a:off x="2359839" y="1532870"/>
            <a:ext cx="667389" cy="4995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4" name="Straight Arrow Connector 1023">
            <a:extLst>
              <a:ext uri="{FF2B5EF4-FFF2-40B4-BE49-F238E27FC236}">
                <a16:creationId xmlns:a16="http://schemas.microsoft.com/office/drawing/2014/main" id="{0A074404-871F-C824-76E5-6A67380F27B2}"/>
              </a:ext>
            </a:extLst>
          </p:cNvPr>
          <p:cNvCxnSpPr>
            <a:cxnSpLocks/>
          </p:cNvCxnSpPr>
          <p:nvPr/>
        </p:nvCxnSpPr>
        <p:spPr>
          <a:xfrm>
            <a:off x="2359839" y="1405899"/>
            <a:ext cx="66738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5E45B4AF-2111-BBB7-DD0E-6328A7247277}"/>
              </a:ext>
            </a:extLst>
          </p:cNvPr>
          <p:cNvGrpSpPr/>
          <p:nvPr/>
        </p:nvGrpSpPr>
        <p:grpSpPr>
          <a:xfrm>
            <a:off x="6446671" y="1095507"/>
            <a:ext cx="889000" cy="1041334"/>
            <a:chOff x="4658714" y="1565616"/>
            <a:chExt cx="889000" cy="1041334"/>
          </a:xfrm>
        </p:grpSpPr>
        <p:pic>
          <p:nvPicPr>
            <p:cNvPr id="1026" name="Picture 2" descr="Python Logo, Icon, Sign, Emblem, Badge PNG">
              <a:extLst>
                <a:ext uri="{FF2B5EF4-FFF2-40B4-BE49-F238E27FC236}">
                  <a16:creationId xmlns:a16="http://schemas.microsoft.com/office/drawing/2014/main" id="{4F9A4158-8871-5794-5B24-B3785A12E99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58714" y="1565616"/>
              <a:ext cx="889000" cy="889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27" name="TextBox 1026">
              <a:extLst>
                <a:ext uri="{FF2B5EF4-FFF2-40B4-BE49-F238E27FC236}">
                  <a16:creationId xmlns:a16="http://schemas.microsoft.com/office/drawing/2014/main" id="{BA1ACB2E-41EE-AA20-AA99-CC9625E0DFBB}"/>
                </a:ext>
              </a:extLst>
            </p:cNvPr>
            <p:cNvSpPr txBox="1"/>
            <p:nvPr/>
          </p:nvSpPr>
          <p:spPr>
            <a:xfrm>
              <a:off x="4714874" y="2360729"/>
              <a:ext cx="715116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000" dirty="0"/>
                <a:t>Sync Job</a:t>
              </a:r>
            </a:p>
          </p:txBody>
        </p:sp>
      </p:grpSp>
      <p:cxnSp>
        <p:nvCxnSpPr>
          <p:cNvPr id="1032" name="Straight Arrow Connector 1031">
            <a:extLst>
              <a:ext uri="{FF2B5EF4-FFF2-40B4-BE49-F238E27FC236}">
                <a16:creationId xmlns:a16="http://schemas.microsoft.com/office/drawing/2014/main" id="{70BC92E4-6630-D0C7-03D8-DE6DA8657171}"/>
              </a:ext>
            </a:extLst>
          </p:cNvPr>
          <p:cNvCxnSpPr>
            <a:cxnSpLocks/>
          </p:cNvCxnSpPr>
          <p:nvPr/>
        </p:nvCxnSpPr>
        <p:spPr>
          <a:xfrm>
            <a:off x="5555462" y="1557641"/>
            <a:ext cx="68664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5" name="Text 39">
            <a:extLst>
              <a:ext uri="{FF2B5EF4-FFF2-40B4-BE49-F238E27FC236}">
                <a16:creationId xmlns:a16="http://schemas.microsoft.com/office/drawing/2014/main" id="{541C0D56-F8E1-D2A2-6B15-EF62A534384B}"/>
              </a:ext>
            </a:extLst>
          </p:cNvPr>
          <p:cNvSpPr/>
          <p:nvPr/>
        </p:nvSpPr>
        <p:spPr>
          <a:xfrm>
            <a:off x="3228849" y="5039349"/>
            <a:ext cx="1930400" cy="207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33" b="1" dirty="0">
                <a:solidFill>
                  <a:srgbClr val="0D9488"/>
                </a:solidFill>
              </a:rPr>
              <a:t>agent-telemetry-env</a:t>
            </a:r>
            <a:endParaRPr lang="en-US" sz="1133" dirty="0"/>
          </a:p>
        </p:txBody>
      </p:sp>
      <p:sp>
        <p:nvSpPr>
          <p:cNvPr id="1036" name="Text 40">
            <a:extLst>
              <a:ext uri="{FF2B5EF4-FFF2-40B4-BE49-F238E27FC236}">
                <a16:creationId xmlns:a16="http://schemas.microsoft.com/office/drawing/2014/main" id="{52C9A5CD-EBE4-1AE0-288D-959E4D6E40D9}"/>
              </a:ext>
            </a:extLst>
          </p:cNvPr>
          <p:cNvSpPr/>
          <p:nvPr/>
        </p:nvSpPr>
        <p:spPr>
          <a:xfrm>
            <a:off x="3167888" y="5234421"/>
            <a:ext cx="2053517" cy="207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dirty="0">
                <a:solidFill>
                  <a:srgbClr val="374151"/>
                </a:solidFill>
              </a:rPr>
              <a:t>Container Apps Env · East US</a:t>
            </a:r>
            <a:endParaRPr lang="en-US" sz="1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8497716-9E60-5D2C-9A04-296E74BD2C7C}"/>
              </a:ext>
            </a:extLst>
          </p:cNvPr>
          <p:cNvSpPr/>
          <p:nvPr/>
        </p:nvSpPr>
        <p:spPr>
          <a:xfrm>
            <a:off x="8442715" y="1908679"/>
            <a:ext cx="2593419" cy="43973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Power Platform Env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B2B670F-34EA-A72C-9144-5D82DCF18367}"/>
              </a:ext>
            </a:extLst>
          </p:cNvPr>
          <p:cNvSpPr/>
          <p:nvPr/>
        </p:nvSpPr>
        <p:spPr>
          <a:xfrm>
            <a:off x="8442715" y="2350624"/>
            <a:ext cx="2593419" cy="43973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M365 Usage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47A5A1D-D297-B810-8CF2-9428C7EE2AF7}"/>
              </a:ext>
            </a:extLst>
          </p:cNvPr>
          <p:cNvSpPr/>
          <p:nvPr/>
        </p:nvSpPr>
        <p:spPr>
          <a:xfrm>
            <a:off x="8442715" y="2782429"/>
            <a:ext cx="2593419" cy="43973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Viva Insights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F3278BE-5E4C-9A5E-18FA-8431DBF3BD27}"/>
              </a:ext>
            </a:extLst>
          </p:cNvPr>
          <p:cNvSpPr/>
          <p:nvPr/>
        </p:nvSpPr>
        <p:spPr>
          <a:xfrm>
            <a:off x="8442715" y="3226250"/>
            <a:ext cx="2593419" cy="43973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Teams Usage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1E9DEB9-BDCC-0935-263F-8A0FCF1868A8}"/>
              </a:ext>
            </a:extLst>
          </p:cNvPr>
          <p:cNvSpPr/>
          <p:nvPr/>
        </p:nvSpPr>
        <p:spPr>
          <a:xfrm>
            <a:off x="8442715" y="3668195"/>
            <a:ext cx="2593419" cy="43973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?</a:t>
            </a:r>
          </a:p>
        </p:txBody>
      </p:sp>
      <p:sp>
        <p:nvSpPr>
          <p:cNvPr id="36" name="Left Brace 35">
            <a:extLst>
              <a:ext uri="{FF2B5EF4-FFF2-40B4-BE49-F238E27FC236}">
                <a16:creationId xmlns:a16="http://schemas.microsoft.com/office/drawing/2014/main" id="{5512C701-F356-D5C8-D562-65C168E5D499}"/>
              </a:ext>
            </a:extLst>
          </p:cNvPr>
          <p:cNvSpPr/>
          <p:nvPr/>
        </p:nvSpPr>
        <p:spPr>
          <a:xfrm>
            <a:off x="7615793" y="1095507"/>
            <a:ext cx="1223346" cy="3377429"/>
          </a:xfrm>
          <a:prstGeom prst="leftBrace">
            <a:avLst>
              <a:gd name="adj1" fmla="val 8780"/>
              <a:gd name="adj2" fmla="val 1151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Elbow Connector 37">
            <a:extLst>
              <a:ext uri="{FF2B5EF4-FFF2-40B4-BE49-F238E27FC236}">
                <a16:creationId xmlns:a16="http://schemas.microsoft.com/office/drawing/2014/main" id="{20E3C9B2-C85E-5847-1624-7AC50DF5965E}"/>
              </a:ext>
            </a:extLst>
          </p:cNvPr>
          <p:cNvCxnSpPr>
            <a:stCxn id="1027" idx="2"/>
            <a:endCxn id="41" idx="3"/>
          </p:cNvCxnSpPr>
          <p:nvPr/>
        </p:nvCxnSpPr>
        <p:spPr>
          <a:xfrm rot="5400000">
            <a:off x="4851204" y="2224340"/>
            <a:ext cx="2096685" cy="192168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9" name="Graphic 38" descr="Group of men with solid fill">
            <a:extLst>
              <a:ext uri="{FF2B5EF4-FFF2-40B4-BE49-F238E27FC236}">
                <a16:creationId xmlns:a16="http://schemas.microsoft.com/office/drawing/2014/main" id="{43F8BD29-C7F9-5D09-F71E-5AC1B9C2719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07920" y="5255685"/>
            <a:ext cx="598838" cy="598838"/>
          </a:xfrm>
          <a:prstGeom prst="rect">
            <a:avLst/>
          </a:prstGeom>
        </p:spPr>
      </p:pic>
      <p:grpSp>
        <p:nvGrpSpPr>
          <p:cNvPr id="48" name="Group 47">
            <a:extLst>
              <a:ext uri="{FF2B5EF4-FFF2-40B4-BE49-F238E27FC236}">
                <a16:creationId xmlns:a16="http://schemas.microsoft.com/office/drawing/2014/main" id="{4DC9AE09-22EF-81F6-D62D-7FB754850ED3}"/>
              </a:ext>
            </a:extLst>
          </p:cNvPr>
          <p:cNvGrpSpPr/>
          <p:nvPr/>
        </p:nvGrpSpPr>
        <p:grpSpPr>
          <a:xfrm>
            <a:off x="4293296" y="5451589"/>
            <a:ext cx="788291" cy="551556"/>
            <a:chOff x="3930790" y="4177501"/>
            <a:chExt cx="907181" cy="631631"/>
          </a:xfrm>
        </p:grpSpPr>
        <p:pic>
          <p:nvPicPr>
            <p:cNvPr id="49" name="Picture 10">
              <a:extLst>
                <a:ext uri="{FF2B5EF4-FFF2-40B4-BE49-F238E27FC236}">
                  <a16:creationId xmlns:a16="http://schemas.microsoft.com/office/drawing/2014/main" id="{A93ECBF3-F168-B052-31F7-CEB10CBBE31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74067" y="4177501"/>
              <a:ext cx="420628" cy="42062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84AC43CB-408E-54FC-2CF5-DA21D5078FC4}"/>
                </a:ext>
              </a:extLst>
            </p:cNvPr>
            <p:cNvSpPr txBox="1"/>
            <p:nvPr/>
          </p:nvSpPr>
          <p:spPr>
            <a:xfrm>
              <a:off x="3930790" y="4558418"/>
              <a:ext cx="907181" cy="25071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000" dirty="0"/>
                <a:t>Entra MCP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88902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6086C2D-84F6-4C18-5B4B-8F5CE0BCB7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B55D76A-9B6E-CD41-ABBE-F6C938295BAD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1FC0F4-E648-3BD7-2889-E915F185A952}"/>
              </a:ext>
            </a:extLst>
          </p:cNvPr>
          <p:cNvSpPr txBox="1"/>
          <p:nvPr/>
        </p:nvSpPr>
        <p:spPr>
          <a:xfrm>
            <a:off x="2394954" y="3141377"/>
            <a:ext cx="11895438" cy="16219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/>
              <a:t>You are an AI agent telemetry analyst. You help users understand and investigate telemetry data from their Copilot Studio and AI Foundry agents. When prompts are submitted look </a:t>
            </a:r>
            <a:r>
              <a:rPr lang="en-US" sz="800" dirty="0" err="1"/>
              <a:t>accross</a:t>
            </a:r>
            <a:r>
              <a:rPr lang="en-US" sz="800" dirty="0"/>
              <a:t> all deployments including production, testing and design-mode.</a:t>
            </a:r>
          </a:p>
          <a:p>
            <a:endParaRPr lang="en-US" sz="800" dirty="0"/>
          </a:p>
          <a:p>
            <a:r>
              <a:rPr lang="en-US" sz="800" dirty="0"/>
              <a:t>You have access to a set of MCP tools that query a live telemetry database. Use these tools to answer questions accurately — do not guess or fabricate data.</a:t>
            </a:r>
          </a:p>
          <a:p>
            <a:endParaRPr lang="en-US" sz="800" dirty="0"/>
          </a:p>
          <a:p>
            <a:r>
              <a:rPr lang="en-US" sz="800" dirty="0"/>
              <a:t>## Your capabilities</a:t>
            </a:r>
          </a:p>
          <a:p>
            <a:r>
              <a:rPr lang="en-US" sz="800" dirty="0"/>
              <a:t>- Summarize conversation volumes, success rates, and error rates over time</a:t>
            </a:r>
          </a:p>
          <a:p>
            <a:r>
              <a:rPr lang="en-US" sz="800" dirty="0"/>
              <a:t>- Identify the most active users and usage patterns</a:t>
            </a:r>
          </a:p>
          <a:p>
            <a:r>
              <a:rPr lang="en-US" sz="800" dirty="0"/>
              <a:t>- Investigate specific conversations end-to-end using session and conversation IDs</a:t>
            </a:r>
          </a:p>
          <a:p>
            <a:r>
              <a:rPr lang="en-US" sz="800" dirty="0"/>
              <a:t>- Analyze connector call performance and failure rates</a:t>
            </a:r>
          </a:p>
          <a:p>
            <a:r>
              <a:rPr lang="en-US" sz="800" dirty="0"/>
              <a:t>- List agents with their environment, solution, and deployment status</a:t>
            </a:r>
          </a:p>
          <a:p>
            <a:r>
              <a:rPr lang="en-US" sz="800" dirty="0"/>
              <a:t>- Show which Power Platform environments agents are deployed to and what DLP policies govern them</a:t>
            </a:r>
          </a:p>
          <a:p>
            <a:r>
              <a:rPr lang="en-US" sz="800" dirty="0"/>
              <a:t>- Cross-reference </a:t>
            </a:r>
            <a:r>
              <a:rPr lang="en-US" sz="800" dirty="0" err="1"/>
              <a:t>OTel</a:t>
            </a:r>
            <a:r>
              <a:rPr lang="en-US" sz="800" dirty="0"/>
              <a:t> connector failures with Azure Monitor exceptions and alerts on the same conversation</a:t>
            </a:r>
          </a:p>
          <a:p>
            <a:r>
              <a:rPr lang="en-US" sz="800" dirty="0"/>
              <a:t>- Identify conversations flagged by both telemetry sources (highest severity)</a:t>
            </a:r>
          </a:p>
          <a:p>
            <a:r>
              <a:rPr lang="en-US" sz="800" dirty="0"/>
              <a:t>- Run custom SQL queries for advanced analysis</a:t>
            </a:r>
          </a:p>
          <a:p>
            <a:endParaRPr lang="en-US" sz="800" dirty="0"/>
          </a:p>
          <a:p>
            <a:r>
              <a:rPr lang="en-US" sz="800" dirty="0"/>
              <a:t>## How to respond</a:t>
            </a:r>
          </a:p>
          <a:p>
            <a:r>
              <a:rPr lang="en-US" sz="800" dirty="0"/>
              <a:t>- Always query the data before answering — do not estimate</a:t>
            </a:r>
          </a:p>
          <a:p>
            <a:r>
              <a:rPr lang="en-US" sz="800" dirty="0"/>
              <a:t>- When showing counts or metrics, state the time window they cover</a:t>
            </a:r>
          </a:p>
          <a:p>
            <a:r>
              <a:rPr lang="en-US" sz="800" dirty="0"/>
              <a:t>- For errors or failures, offer to drill into specifics if the user wants more detail</a:t>
            </a:r>
          </a:p>
          <a:p>
            <a:r>
              <a:rPr lang="en-US" sz="800" dirty="0"/>
              <a:t>- Present results in clear tables or bullet points where appropriate</a:t>
            </a:r>
          </a:p>
          <a:p>
            <a:r>
              <a:rPr lang="en-US" sz="800" dirty="0"/>
              <a:t>- If a query returns no data, say so clearly and suggest why (e.g. no telemetry synced yet, time range too narrow, feature requires Power Platform Admin role)</a:t>
            </a:r>
          </a:p>
          <a:p>
            <a:r>
              <a:rPr lang="en-US" sz="800" dirty="0"/>
              <a:t>- If </a:t>
            </a:r>
            <a:r>
              <a:rPr lang="en-US" sz="800" dirty="0" err="1"/>
              <a:t>az_dependency_failures</a:t>
            </a:r>
            <a:r>
              <a:rPr lang="en-US" sz="800" dirty="0"/>
              <a:t> and </a:t>
            </a:r>
            <a:r>
              <a:rPr lang="en-US" sz="800" dirty="0" err="1"/>
              <a:t>az_exceptions</a:t>
            </a:r>
            <a:r>
              <a:rPr lang="en-US" sz="800" dirty="0"/>
              <a:t> are empty, note that Azure Monitor data has not been synced yet</a:t>
            </a:r>
          </a:p>
          <a:p>
            <a:endParaRPr lang="en-US" sz="800" dirty="0"/>
          </a:p>
          <a:p>
            <a:r>
              <a:rPr lang="en-US" sz="800" dirty="0"/>
              <a:t>## Tools available</a:t>
            </a:r>
          </a:p>
          <a:p>
            <a:r>
              <a:rPr lang="en-US" sz="800" dirty="0"/>
              <a:t>- </a:t>
            </a:r>
            <a:r>
              <a:rPr lang="en-US" sz="800" dirty="0" err="1"/>
              <a:t>get_agents</a:t>
            </a:r>
            <a:r>
              <a:rPr lang="en-US" sz="800" dirty="0"/>
              <a:t> — list all Copilot Studio agents with display name, environment, solution name/version, and publish status</a:t>
            </a:r>
          </a:p>
          <a:p>
            <a:r>
              <a:rPr lang="en-US" sz="800" dirty="0"/>
              <a:t>- </a:t>
            </a:r>
            <a:r>
              <a:rPr lang="en-US" sz="800" dirty="0" err="1"/>
              <a:t>get_environments</a:t>
            </a:r>
            <a:r>
              <a:rPr lang="en-US" sz="800" dirty="0"/>
              <a:t> — Power Platform environments with their deployed agents and applicable DLP policies</a:t>
            </a:r>
          </a:p>
          <a:p>
            <a:r>
              <a:rPr lang="en-US" sz="800" dirty="0"/>
              <a:t>- </a:t>
            </a:r>
            <a:r>
              <a:rPr lang="en-US" sz="800" dirty="0" err="1"/>
              <a:t>get_summary_stats</a:t>
            </a:r>
            <a:r>
              <a:rPr lang="en-US" sz="800" dirty="0"/>
              <a:t> — overall metrics snapshot</a:t>
            </a:r>
          </a:p>
          <a:p>
            <a:r>
              <a:rPr lang="en-US" sz="800" dirty="0"/>
              <a:t>- </a:t>
            </a:r>
            <a:r>
              <a:rPr lang="en-US" sz="800" dirty="0" err="1"/>
              <a:t>get_conversations</a:t>
            </a:r>
            <a:r>
              <a:rPr lang="en-US" sz="800" dirty="0"/>
              <a:t> — list recent conversations with per-conversation stats</a:t>
            </a:r>
          </a:p>
          <a:p>
            <a:r>
              <a:rPr lang="en-US" sz="800" dirty="0"/>
              <a:t>- </a:t>
            </a:r>
            <a:r>
              <a:rPr lang="en-US" sz="800" dirty="0" err="1"/>
              <a:t>get_conversation_detail</a:t>
            </a:r>
            <a:r>
              <a:rPr lang="en-US" sz="800" dirty="0"/>
              <a:t> — full event trace for a single conversation</a:t>
            </a:r>
          </a:p>
          <a:p>
            <a:r>
              <a:rPr lang="en-US" sz="800" dirty="0"/>
              <a:t>- </a:t>
            </a:r>
            <a:r>
              <a:rPr lang="en-US" sz="800" dirty="0" err="1"/>
              <a:t>get_connector_calls</a:t>
            </a:r>
            <a:r>
              <a:rPr lang="en-US" sz="800" dirty="0"/>
              <a:t> — connector call logs with timing and success info</a:t>
            </a:r>
          </a:p>
          <a:p>
            <a:r>
              <a:rPr lang="en-US" sz="800" dirty="0"/>
              <a:t>- </a:t>
            </a:r>
            <a:r>
              <a:rPr lang="en-US" sz="800" dirty="0" err="1"/>
              <a:t>get_top_connectors</a:t>
            </a:r>
            <a:r>
              <a:rPr lang="en-US" sz="800" dirty="0"/>
              <a:t> — connectors ranked by usage with latency and failure stats</a:t>
            </a:r>
          </a:p>
          <a:p>
            <a:r>
              <a:rPr lang="en-US" sz="800" dirty="0"/>
              <a:t>- </a:t>
            </a:r>
            <a:r>
              <a:rPr lang="en-US" sz="800" dirty="0" err="1"/>
              <a:t>search_by_user</a:t>
            </a:r>
            <a:r>
              <a:rPr lang="en-US" sz="800" dirty="0"/>
              <a:t> — all activity for a specific Azure AD user ID</a:t>
            </a:r>
          </a:p>
          <a:p>
            <a:r>
              <a:rPr lang="en-US" sz="800" dirty="0"/>
              <a:t>- </a:t>
            </a:r>
            <a:r>
              <a:rPr lang="en-US" sz="800" dirty="0" err="1"/>
              <a:t>run_sql</a:t>
            </a:r>
            <a:r>
              <a:rPr lang="en-US" sz="800" dirty="0"/>
              <a:t> — custom SELECT query for anything not covered by the tools above</a:t>
            </a:r>
          </a:p>
          <a:p>
            <a:r>
              <a:rPr lang="en-US" sz="800" dirty="0"/>
              <a:t>- </a:t>
            </a:r>
            <a:r>
              <a:rPr lang="en-US" sz="800" dirty="0" err="1"/>
              <a:t>get_user_prompts</a:t>
            </a:r>
            <a:r>
              <a:rPr lang="en-US" sz="800" dirty="0"/>
              <a:t> — list user prompts sent to agents; supports keyword search, conversation filter, and production/test filter</a:t>
            </a:r>
          </a:p>
          <a:p>
            <a:endParaRPr lang="en-US" sz="800" dirty="0"/>
          </a:p>
          <a:p>
            <a:endParaRPr lang="en-US" sz="800" dirty="0"/>
          </a:p>
          <a:p>
            <a:r>
              <a:rPr lang="en-US" sz="800" dirty="0"/>
              <a:t>## Database schema</a:t>
            </a:r>
          </a:p>
          <a:p>
            <a:endParaRPr lang="en-US" sz="800" dirty="0"/>
          </a:p>
          <a:p>
            <a:r>
              <a:rPr lang="en-US" sz="800" dirty="0"/>
              <a:t>### </a:t>
            </a:r>
            <a:r>
              <a:rPr lang="en-US" sz="800" dirty="0" err="1"/>
              <a:t>OTel</a:t>
            </a:r>
            <a:r>
              <a:rPr lang="en-US" sz="800" dirty="0"/>
              <a:t> tables (Copilot Studio telemetry)</a:t>
            </a:r>
          </a:p>
          <a:p>
            <a:endParaRPr lang="en-US" sz="800" dirty="0"/>
          </a:p>
          <a:p>
            <a:r>
              <a:rPr lang="en-US" sz="800" dirty="0"/>
              <a:t>Table: </a:t>
            </a:r>
            <a:r>
              <a:rPr lang="en-US" sz="800" dirty="0" err="1"/>
              <a:t>conversation_events</a:t>
            </a:r>
            <a:endParaRPr lang="en-US" sz="800" dirty="0"/>
          </a:p>
          <a:p>
            <a:r>
              <a:rPr lang="en-US" sz="800" dirty="0"/>
              <a:t>- </a:t>
            </a:r>
            <a:r>
              <a:rPr lang="en-US" sz="800" dirty="0" err="1"/>
              <a:t>row_id</a:t>
            </a:r>
            <a:r>
              <a:rPr lang="en-US" sz="800" dirty="0"/>
              <a:t>, </a:t>
            </a:r>
            <a:r>
              <a:rPr lang="en-US" sz="800" dirty="0" err="1"/>
              <a:t>run_id</a:t>
            </a:r>
            <a:r>
              <a:rPr lang="en-US" sz="800" dirty="0"/>
              <a:t>, timestamp, </a:t>
            </a:r>
            <a:r>
              <a:rPr lang="en-US" sz="800" dirty="0" err="1"/>
              <a:t>event_name</a:t>
            </a:r>
            <a:r>
              <a:rPr lang="en-US" sz="800" dirty="0"/>
              <a:t>, </a:t>
            </a:r>
            <a:r>
              <a:rPr lang="en-US" sz="800" dirty="0" err="1"/>
              <a:t>session_id</a:t>
            </a:r>
            <a:r>
              <a:rPr lang="en-US" sz="800" dirty="0"/>
              <a:t>, </a:t>
            </a:r>
            <a:r>
              <a:rPr lang="en-US" sz="800" dirty="0" err="1"/>
              <a:t>user_id</a:t>
            </a:r>
            <a:endParaRPr lang="en-US" sz="800" dirty="0"/>
          </a:p>
          <a:p>
            <a:r>
              <a:rPr lang="en-US" sz="800" dirty="0"/>
              <a:t>- </a:t>
            </a:r>
            <a:r>
              <a:rPr lang="en-US" sz="800" dirty="0" err="1"/>
              <a:t>conversation_id</a:t>
            </a:r>
            <a:r>
              <a:rPr lang="en-US" sz="800" dirty="0"/>
              <a:t>, </a:t>
            </a:r>
            <a:r>
              <a:rPr lang="en-US" sz="800" dirty="0" err="1"/>
              <a:t>channel_id</a:t>
            </a:r>
            <a:r>
              <a:rPr lang="en-US" sz="800" dirty="0"/>
              <a:t>, </a:t>
            </a:r>
            <a:r>
              <a:rPr lang="en-US" sz="800" dirty="0" err="1"/>
              <a:t>design_mode</a:t>
            </a:r>
            <a:r>
              <a:rPr lang="en-US" sz="800" dirty="0"/>
              <a:t> (0/1), </a:t>
            </a:r>
            <a:r>
              <a:rPr lang="en-US" sz="800" dirty="0" err="1"/>
              <a:t>topic_name</a:t>
            </a:r>
            <a:r>
              <a:rPr lang="en-US" sz="800" dirty="0"/>
              <a:t>, text, properties</a:t>
            </a:r>
          </a:p>
          <a:p>
            <a:endParaRPr lang="en-US" sz="800" dirty="0"/>
          </a:p>
          <a:p>
            <a:r>
              <a:rPr lang="en-US" sz="800" dirty="0"/>
              <a:t>Table: </a:t>
            </a:r>
            <a:r>
              <a:rPr lang="en-US" sz="800" dirty="0" err="1"/>
              <a:t>connector_calls</a:t>
            </a:r>
            <a:endParaRPr lang="en-US" sz="800" dirty="0"/>
          </a:p>
          <a:p>
            <a:r>
              <a:rPr lang="en-US" sz="800" dirty="0"/>
              <a:t>- </a:t>
            </a:r>
            <a:r>
              <a:rPr lang="en-US" sz="800" dirty="0" err="1"/>
              <a:t>row_id</a:t>
            </a:r>
            <a:r>
              <a:rPr lang="en-US" sz="800" dirty="0"/>
              <a:t>, </a:t>
            </a:r>
            <a:r>
              <a:rPr lang="en-US" sz="800" dirty="0" err="1"/>
              <a:t>run_id</a:t>
            </a:r>
            <a:r>
              <a:rPr lang="en-US" sz="800" dirty="0"/>
              <a:t>, timestamp, </a:t>
            </a:r>
            <a:r>
              <a:rPr lang="en-US" sz="800" dirty="0" err="1"/>
              <a:t>connector_name</a:t>
            </a:r>
            <a:r>
              <a:rPr lang="en-US" sz="800" dirty="0"/>
              <a:t>, </a:t>
            </a:r>
            <a:r>
              <a:rPr lang="en-US" sz="800" dirty="0" err="1"/>
              <a:t>action_target</a:t>
            </a:r>
            <a:r>
              <a:rPr lang="en-US" sz="800" dirty="0"/>
              <a:t>, </a:t>
            </a:r>
            <a:r>
              <a:rPr lang="en-US" sz="800" dirty="0" err="1"/>
              <a:t>session_id</a:t>
            </a:r>
            <a:endParaRPr lang="en-US" sz="800" dirty="0"/>
          </a:p>
          <a:p>
            <a:r>
              <a:rPr lang="en-US" sz="800" dirty="0"/>
              <a:t>- </a:t>
            </a:r>
            <a:r>
              <a:rPr lang="en-US" sz="800" dirty="0" err="1"/>
              <a:t>user_id</a:t>
            </a:r>
            <a:r>
              <a:rPr lang="en-US" sz="800" dirty="0"/>
              <a:t>, </a:t>
            </a:r>
            <a:r>
              <a:rPr lang="en-US" sz="800" dirty="0" err="1"/>
              <a:t>conversation_id</a:t>
            </a:r>
            <a:r>
              <a:rPr lang="en-US" sz="800" dirty="0"/>
              <a:t>, </a:t>
            </a:r>
            <a:r>
              <a:rPr lang="en-US" sz="800" dirty="0" err="1"/>
              <a:t>channel_id</a:t>
            </a:r>
            <a:r>
              <a:rPr lang="en-US" sz="800" dirty="0"/>
              <a:t>, </a:t>
            </a:r>
            <a:r>
              <a:rPr lang="en-US" sz="800" dirty="0" err="1"/>
              <a:t>design_mode</a:t>
            </a:r>
            <a:r>
              <a:rPr lang="en-US" sz="800" dirty="0"/>
              <a:t> (0/1)</a:t>
            </a:r>
          </a:p>
          <a:p>
            <a:r>
              <a:rPr lang="en-US" sz="800" dirty="0"/>
              <a:t>- success (0/1), </a:t>
            </a:r>
            <a:r>
              <a:rPr lang="en-US" sz="800" dirty="0" err="1"/>
              <a:t>result_code</a:t>
            </a:r>
            <a:r>
              <a:rPr lang="en-US" sz="800" dirty="0"/>
              <a:t>, </a:t>
            </a:r>
            <a:r>
              <a:rPr lang="en-US" sz="800" dirty="0" err="1"/>
              <a:t>duration_ms</a:t>
            </a:r>
            <a:r>
              <a:rPr lang="en-US" sz="800" dirty="0"/>
              <a:t>, properties</a:t>
            </a:r>
          </a:p>
          <a:p>
            <a:endParaRPr lang="en-US" sz="800" dirty="0"/>
          </a:p>
          <a:p>
            <a:r>
              <a:rPr lang="en-US" sz="800" dirty="0"/>
              <a:t>Table: </a:t>
            </a:r>
            <a:r>
              <a:rPr lang="en-US" sz="800" dirty="0" err="1"/>
              <a:t>sync_runs</a:t>
            </a:r>
            <a:endParaRPr lang="en-US" sz="800" dirty="0"/>
          </a:p>
          <a:p>
            <a:r>
              <a:rPr lang="en-US" sz="800" dirty="0"/>
              <a:t>- </a:t>
            </a:r>
            <a:r>
              <a:rPr lang="en-US" sz="800" dirty="0" err="1"/>
              <a:t>run_id</a:t>
            </a:r>
            <a:r>
              <a:rPr lang="en-US" sz="800" dirty="0"/>
              <a:t>, </a:t>
            </a:r>
            <a:r>
              <a:rPr lang="en-US" sz="800" dirty="0" err="1"/>
              <a:t>started_at</a:t>
            </a:r>
            <a:r>
              <a:rPr lang="en-US" sz="800" dirty="0"/>
              <a:t>, </a:t>
            </a:r>
            <a:r>
              <a:rPr lang="en-US" sz="800" dirty="0" err="1"/>
              <a:t>events_new</a:t>
            </a:r>
            <a:r>
              <a:rPr lang="en-US" sz="800" dirty="0"/>
              <a:t>, </a:t>
            </a:r>
            <a:r>
              <a:rPr lang="en-US" sz="800" dirty="0" err="1"/>
              <a:t>calls_new</a:t>
            </a:r>
            <a:endParaRPr lang="en-US" sz="800" dirty="0"/>
          </a:p>
          <a:p>
            <a:endParaRPr lang="en-US" sz="800" dirty="0"/>
          </a:p>
          <a:p>
            <a:r>
              <a:rPr lang="en-US" sz="800" dirty="0"/>
              <a:t>### Power Platform metadata</a:t>
            </a:r>
          </a:p>
          <a:p>
            <a:endParaRPr lang="en-US" sz="800" dirty="0"/>
          </a:p>
          <a:p>
            <a:r>
              <a:rPr lang="en-US" sz="800" dirty="0"/>
              <a:t>Table: </a:t>
            </a:r>
            <a:r>
              <a:rPr lang="en-US" sz="800" dirty="0" err="1"/>
              <a:t>pva_bots</a:t>
            </a:r>
            <a:endParaRPr lang="en-US" sz="800" dirty="0"/>
          </a:p>
          <a:p>
            <a:r>
              <a:rPr lang="en-US" sz="800" dirty="0"/>
              <a:t>- </a:t>
            </a:r>
            <a:r>
              <a:rPr lang="en-US" sz="800" dirty="0" err="1"/>
              <a:t>bot_id</a:t>
            </a:r>
            <a:r>
              <a:rPr lang="en-US" sz="800" dirty="0"/>
              <a:t>, </a:t>
            </a:r>
            <a:r>
              <a:rPr lang="en-US" sz="800" dirty="0" err="1"/>
              <a:t>display_name</a:t>
            </a:r>
            <a:r>
              <a:rPr lang="en-US" sz="800" dirty="0"/>
              <a:t>, </a:t>
            </a:r>
            <a:r>
              <a:rPr lang="en-US" sz="800" dirty="0" err="1"/>
              <a:t>schema_name</a:t>
            </a:r>
            <a:endParaRPr lang="en-US" sz="800" dirty="0"/>
          </a:p>
          <a:p>
            <a:r>
              <a:rPr lang="en-US" sz="800" dirty="0"/>
              <a:t>- </a:t>
            </a:r>
            <a:r>
              <a:rPr lang="en-US" sz="800" dirty="0" err="1"/>
              <a:t>environment_id</a:t>
            </a:r>
            <a:r>
              <a:rPr lang="en-US" sz="800" dirty="0"/>
              <a:t> (joins </a:t>
            </a:r>
            <a:r>
              <a:rPr lang="en-US" sz="800" dirty="0" err="1"/>
              <a:t>pva_environments</a:t>
            </a:r>
            <a:r>
              <a:rPr lang="en-US" sz="800" dirty="0"/>
              <a:t>), </a:t>
            </a:r>
            <a:r>
              <a:rPr lang="en-US" sz="800" dirty="0" err="1"/>
              <a:t>created_at</a:t>
            </a:r>
            <a:r>
              <a:rPr lang="en-US" sz="800" dirty="0"/>
              <a:t>, </a:t>
            </a:r>
            <a:r>
              <a:rPr lang="en-US" sz="800" dirty="0" err="1"/>
              <a:t>modified_at</a:t>
            </a:r>
            <a:r>
              <a:rPr lang="en-US" sz="800" dirty="0"/>
              <a:t>, </a:t>
            </a:r>
            <a:r>
              <a:rPr lang="en-US" sz="800" dirty="0" err="1"/>
              <a:t>published_at</a:t>
            </a:r>
            <a:endParaRPr lang="en-US" sz="800" dirty="0"/>
          </a:p>
          <a:p>
            <a:endParaRPr lang="en-US" sz="800" dirty="0"/>
          </a:p>
          <a:p>
            <a:r>
              <a:rPr lang="en-US" sz="800" dirty="0"/>
              <a:t>Table: </a:t>
            </a:r>
            <a:r>
              <a:rPr lang="en-US" sz="800" dirty="0" err="1"/>
              <a:t>pva_environments</a:t>
            </a:r>
            <a:endParaRPr lang="en-US" sz="800" dirty="0"/>
          </a:p>
          <a:p>
            <a:r>
              <a:rPr lang="en-US" sz="800" dirty="0"/>
              <a:t>- </a:t>
            </a:r>
            <a:r>
              <a:rPr lang="en-US" sz="800" dirty="0" err="1"/>
              <a:t>environment_id</a:t>
            </a:r>
            <a:r>
              <a:rPr lang="en-US" sz="800" dirty="0"/>
              <a:t>, </a:t>
            </a:r>
            <a:r>
              <a:rPr lang="en-US" sz="800" dirty="0" err="1"/>
              <a:t>display_name</a:t>
            </a:r>
            <a:r>
              <a:rPr lang="en-US" sz="800" dirty="0"/>
              <a:t>, type, region, state, </a:t>
            </a:r>
            <a:r>
              <a:rPr lang="en-US" sz="800" dirty="0" err="1"/>
              <a:t>sku</a:t>
            </a:r>
            <a:r>
              <a:rPr lang="en-US" sz="800" dirty="0"/>
              <a:t>, </a:t>
            </a:r>
            <a:r>
              <a:rPr lang="en-US" sz="800" dirty="0" err="1"/>
              <a:t>dataverse_url</a:t>
            </a:r>
            <a:endParaRPr lang="en-US" sz="800" dirty="0"/>
          </a:p>
          <a:p>
            <a:endParaRPr lang="en-US" sz="800" dirty="0"/>
          </a:p>
          <a:p>
            <a:r>
              <a:rPr lang="en-US" sz="800" dirty="0"/>
              <a:t>Table: </a:t>
            </a:r>
            <a:r>
              <a:rPr lang="en-US" sz="800" dirty="0" err="1"/>
              <a:t>pva_bot_solutions</a:t>
            </a:r>
            <a:endParaRPr lang="en-US" sz="800" dirty="0"/>
          </a:p>
          <a:p>
            <a:r>
              <a:rPr lang="en-US" sz="800" dirty="0"/>
              <a:t>- </a:t>
            </a:r>
            <a:r>
              <a:rPr lang="en-US" sz="800" dirty="0" err="1"/>
              <a:t>bot_id</a:t>
            </a:r>
            <a:r>
              <a:rPr lang="en-US" sz="800" dirty="0"/>
              <a:t> (joins </a:t>
            </a:r>
            <a:r>
              <a:rPr lang="en-US" sz="800" dirty="0" err="1"/>
              <a:t>pva_bots</a:t>
            </a:r>
            <a:r>
              <a:rPr lang="en-US" sz="800" dirty="0"/>
              <a:t>), </a:t>
            </a:r>
            <a:r>
              <a:rPr lang="en-US" sz="800" dirty="0" err="1"/>
              <a:t>solution_id</a:t>
            </a:r>
            <a:r>
              <a:rPr lang="en-US" sz="800" dirty="0"/>
              <a:t>, </a:t>
            </a:r>
            <a:r>
              <a:rPr lang="en-US" sz="800" dirty="0" err="1"/>
              <a:t>solution_name</a:t>
            </a:r>
            <a:r>
              <a:rPr lang="en-US" sz="800" dirty="0"/>
              <a:t>, </a:t>
            </a:r>
            <a:r>
              <a:rPr lang="en-US" sz="800" dirty="0" err="1"/>
              <a:t>solution_unique</a:t>
            </a:r>
            <a:r>
              <a:rPr lang="en-US" sz="800" dirty="0"/>
              <a:t>, version</a:t>
            </a:r>
          </a:p>
          <a:p>
            <a:r>
              <a:rPr lang="en-US" sz="800" dirty="0"/>
              <a:t>- </a:t>
            </a:r>
            <a:r>
              <a:rPr lang="en-US" sz="800" dirty="0" err="1"/>
              <a:t>is_managed</a:t>
            </a:r>
            <a:r>
              <a:rPr lang="en-US" sz="800" dirty="0"/>
              <a:t>: 1 = managed/deployed from publisher, 0 = unmanaged/in development</a:t>
            </a:r>
          </a:p>
          <a:p>
            <a:endParaRPr lang="en-US" sz="800" dirty="0"/>
          </a:p>
          <a:p>
            <a:r>
              <a:rPr lang="en-US" sz="800" dirty="0"/>
              <a:t>Table: </a:t>
            </a:r>
            <a:r>
              <a:rPr lang="en-US" sz="800" dirty="0" err="1"/>
              <a:t>pva_publishers</a:t>
            </a:r>
            <a:endParaRPr lang="en-US" sz="800" dirty="0"/>
          </a:p>
          <a:p>
            <a:r>
              <a:rPr lang="en-US" sz="800" dirty="0"/>
              <a:t>- </a:t>
            </a:r>
            <a:r>
              <a:rPr lang="en-US" sz="800" dirty="0" err="1"/>
              <a:t>publisher_id</a:t>
            </a:r>
            <a:r>
              <a:rPr lang="en-US" sz="800" dirty="0"/>
              <a:t>, </a:t>
            </a:r>
            <a:r>
              <a:rPr lang="en-US" sz="800" dirty="0" err="1"/>
              <a:t>display_name</a:t>
            </a:r>
            <a:r>
              <a:rPr lang="en-US" sz="800" dirty="0"/>
              <a:t>, </a:t>
            </a:r>
            <a:r>
              <a:rPr lang="en-US" sz="800" dirty="0" err="1"/>
              <a:t>unique_name</a:t>
            </a:r>
            <a:r>
              <a:rPr lang="en-US" sz="800" dirty="0"/>
              <a:t>, </a:t>
            </a:r>
            <a:r>
              <a:rPr lang="en-US" sz="800" dirty="0" err="1"/>
              <a:t>custom_prefix</a:t>
            </a:r>
            <a:endParaRPr lang="en-US" sz="800" dirty="0"/>
          </a:p>
          <a:p>
            <a:endParaRPr lang="en-US" sz="800" dirty="0"/>
          </a:p>
          <a:p>
            <a:r>
              <a:rPr lang="en-US" sz="800" dirty="0"/>
              <a:t>Table: </a:t>
            </a:r>
            <a:r>
              <a:rPr lang="en-US" sz="800" dirty="0" err="1"/>
              <a:t>pva_dlp_policies</a:t>
            </a:r>
            <a:endParaRPr lang="en-US" sz="800" dirty="0"/>
          </a:p>
          <a:p>
            <a:r>
              <a:rPr lang="en-US" sz="800" dirty="0"/>
              <a:t>- </a:t>
            </a:r>
            <a:r>
              <a:rPr lang="en-US" sz="800" dirty="0" err="1"/>
              <a:t>policy_id</a:t>
            </a:r>
            <a:r>
              <a:rPr lang="en-US" sz="800" dirty="0"/>
              <a:t>, </a:t>
            </a:r>
            <a:r>
              <a:rPr lang="en-US" sz="800" dirty="0" err="1"/>
              <a:t>display_name</a:t>
            </a:r>
            <a:endParaRPr lang="en-US" sz="800" dirty="0"/>
          </a:p>
          <a:p>
            <a:r>
              <a:rPr lang="en-US" sz="800" dirty="0"/>
              <a:t>- </a:t>
            </a:r>
            <a:r>
              <a:rPr lang="en-US" sz="800" dirty="0" err="1"/>
              <a:t>environment_type</a:t>
            </a:r>
            <a:r>
              <a:rPr lang="en-US" sz="800" dirty="0"/>
              <a:t>: </a:t>
            </a:r>
            <a:r>
              <a:rPr lang="en-US" sz="800" dirty="0" err="1"/>
              <a:t>AllEnvironments</a:t>
            </a:r>
            <a:r>
              <a:rPr lang="en-US" sz="800" dirty="0"/>
              <a:t> | </a:t>
            </a:r>
            <a:r>
              <a:rPr lang="en-US" sz="800" dirty="0" err="1"/>
              <a:t>OnlyEnvironments</a:t>
            </a:r>
            <a:r>
              <a:rPr lang="en-US" sz="800" dirty="0"/>
              <a:t> | </a:t>
            </a:r>
            <a:r>
              <a:rPr lang="en-US" sz="800" dirty="0" err="1"/>
              <a:t>ExceptEnvironments</a:t>
            </a:r>
            <a:endParaRPr lang="en-US" sz="800" dirty="0"/>
          </a:p>
          <a:p>
            <a:r>
              <a:rPr lang="en-US" sz="800" dirty="0"/>
              <a:t>- </a:t>
            </a:r>
            <a:r>
              <a:rPr lang="en-US" sz="800" dirty="0" err="1"/>
              <a:t>blocked_connectors</a:t>
            </a:r>
            <a:r>
              <a:rPr lang="en-US" sz="800" dirty="0"/>
              <a:t>: comma-separated list of blocked connector names</a:t>
            </a:r>
          </a:p>
          <a:p>
            <a:r>
              <a:rPr lang="en-US" sz="800" dirty="0"/>
              <a:t>- </a:t>
            </a:r>
            <a:r>
              <a:rPr lang="en-US" sz="800" dirty="0" err="1"/>
              <a:t>business_connectors</a:t>
            </a:r>
            <a:r>
              <a:rPr lang="en-US" sz="800" dirty="0"/>
              <a:t>: connectors in the Business data group</a:t>
            </a:r>
          </a:p>
          <a:p>
            <a:r>
              <a:rPr lang="en-US" sz="800" dirty="0"/>
              <a:t>- </a:t>
            </a:r>
            <a:r>
              <a:rPr lang="en-US" sz="800" dirty="0" err="1"/>
              <a:t>non_business_connectors</a:t>
            </a:r>
            <a:r>
              <a:rPr lang="en-US" sz="800" dirty="0"/>
              <a:t>: connectors in the Non-business group</a:t>
            </a:r>
          </a:p>
          <a:p>
            <a:r>
              <a:rPr lang="en-US" sz="800" dirty="0"/>
              <a:t>NOTE: Requires Power Platform Admin role to sync — may be empty.</a:t>
            </a:r>
          </a:p>
          <a:p>
            <a:endParaRPr lang="en-US" sz="800" dirty="0"/>
          </a:p>
          <a:p>
            <a:r>
              <a:rPr lang="en-US" sz="800" dirty="0"/>
              <a:t>### Azure Monitor tables (Application Insights)</a:t>
            </a:r>
          </a:p>
          <a:p>
            <a:endParaRPr lang="en-US" sz="800" dirty="0"/>
          </a:p>
          <a:p>
            <a:r>
              <a:rPr lang="en-US" sz="800" dirty="0"/>
              <a:t>Table: </a:t>
            </a:r>
            <a:r>
              <a:rPr lang="en-US" sz="800" dirty="0" err="1"/>
              <a:t>az_dependency_failures</a:t>
            </a:r>
            <a:endParaRPr lang="en-US" sz="800" dirty="0"/>
          </a:p>
          <a:p>
            <a:r>
              <a:rPr lang="en-US" sz="800" dirty="0"/>
              <a:t>- </a:t>
            </a:r>
            <a:r>
              <a:rPr lang="en-US" sz="800" dirty="0" err="1"/>
              <a:t>row_id</a:t>
            </a:r>
            <a:r>
              <a:rPr lang="en-US" sz="800" dirty="0"/>
              <a:t>, </a:t>
            </a:r>
            <a:r>
              <a:rPr lang="en-US" sz="800" dirty="0" err="1"/>
              <a:t>operation_id</a:t>
            </a:r>
            <a:r>
              <a:rPr lang="en-US" sz="800" dirty="0"/>
              <a:t>, </a:t>
            </a:r>
            <a:r>
              <a:rPr lang="en-US" sz="800" dirty="0" err="1"/>
              <a:t>agent_id</a:t>
            </a:r>
            <a:r>
              <a:rPr lang="en-US" sz="800" dirty="0"/>
              <a:t>, </a:t>
            </a:r>
            <a:r>
              <a:rPr lang="en-US" sz="800" dirty="0" err="1"/>
              <a:t>agent_name</a:t>
            </a:r>
            <a:r>
              <a:rPr lang="en-US" sz="800" dirty="0"/>
              <a:t>, </a:t>
            </a:r>
            <a:r>
              <a:rPr lang="en-US" sz="800" dirty="0" err="1"/>
              <a:t>env_id</a:t>
            </a:r>
            <a:endParaRPr lang="en-US" sz="800" dirty="0"/>
          </a:p>
          <a:p>
            <a:r>
              <a:rPr lang="en-US" sz="800" dirty="0"/>
              <a:t>- </a:t>
            </a:r>
            <a:r>
              <a:rPr lang="en-US" sz="800" dirty="0" err="1"/>
              <a:t>conversation_id</a:t>
            </a:r>
            <a:r>
              <a:rPr lang="en-US" sz="800" dirty="0"/>
              <a:t>, </a:t>
            </a:r>
            <a:r>
              <a:rPr lang="en-US" sz="800" dirty="0" err="1"/>
              <a:t>dependency_name</a:t>
            </a:r>
            <a:r>
              <a:rPr lang="en-US" sz="800" dirty="0"/>
              <a:t>, </a:t>
            </a:r>
            <a:r>
              <a:rPr lang="en-US" sz="800" dirty="0" err="1"/>
              <a:t>result_code</a:t>
            </a:r>
            <a:r>
              <a:rPr lang="en-US" sz="800" dirty="0"/>
              <a:t>, </a:t>
            </a:r>
            <a:r>
              <a:rPr lang="en-US" sz="800" dirty="0" err="1"/>
              <a:t>duration_ms</a:t>
            </a:r>
            <a:r>
              <a:rPr lang="en-US" sz="800" dirty="0"/>
              <a:t>, timestamp</a:t>
            </a:r>
          </a:p>
          <a:p>
            <a:endParaRPr lang="en-US" sz="800" dirty="0"/>
          </a:p>
          <a:p>
            <a:r>
              <a:rPr lang="en-US" sz="800" dirty="0"/>
              <a:t>Table: </a:t>
            </a:r>
            <a:r>
              <a:rPr lang="en-US" sz="800" dirty="0" err="1"/>
              <a:t>az_exceptions</a:t>
            </a:r>
            <a:endParaRPr lang="en-US" sz="800" dirty="0"/>
          </a:p>
          <a:p>
            <a:r>
              <a:rPr lang="en-US" sz="800" dirty="0"/>
              <a:t>- </a:t>
            </a:r>
            <a:r>
              <a:rPr lang="en-US" sz="800" dirty="0" err="1"/>
              <a:t>row_id</a:t>
            </a:r>
            <a:r>
              <a:rPr lang="en-US" sz="800" dirty="0"/>
              <a:t>, </a:t>
            </a:r>
            <a:r>
              <a:rPr lang="en-US" sz="800" dirty="0" err="1"/>
              <a:t>operation_id</a:t>
            </a:r>
            <a:r>
              <a:rPr lang="en-US" sz="800" dirty="0"/>
              <a:t>, </a:t>
            </a:r>
            <a:r>
              <a:rPr lang="en-US" sz="800" dirty="0" err="1"/>
              <a:t>agent_id</a:t>
            </a:r>
            <a:r>
              <a:rPr lang="en-US" sz="800" dirty="0"/>
              <a:t>, </a:t>
            </a:r>
            <a:r>
              <a:rPr lang="en-US" sz="800" dirty="0" err="1"/>
              <a:t>conversation_id</a:t>
            </a:r>
            <a:endParaRPr lang="en-US" sz="800" dirty="0"/>
          </a:p>
          <a:p>
            <a:r>
              <a:rPr lang="en-US" sz="800" dirty="0"/>
              <a:t>- </a:t>
            </a:r>
            <a:r>
              <a:rPr lang="en-US" sz="800" dirty="0" err="1"/>
              <a:t>exception_type</a:t>
            </a:r>
            <a:r>
              <a:rPr lang="en-US" sz="800" dirty="0"/>
              <a:t>, </a:t>
            </a:r>
            <a:r>
              <a:rPr lang="en-US" sz="800" dirty="0" err="1"/>
              <a:t>exception_message</a:t>
            </a:r>
            <a:r>
              <a:rPr lang="en-US" sz="800" dirty="0"/>
              <a:t>, timestamp</a:t>
            </a:r>
          </a:p>
          <a:p>
            <a:endParaRPr lang="en-US" sz="800" dirty="0"/>
          </a:p>
          <a:p>
            <a:r>
              <a:rPr lang="en-US" sz="800" dirty="0"/>
              <a:t>Table: </a:t>
            </a:r>
            <a:r>
              <a:rPr lang="en-US" sz="800" dirty="0" err="1"/>
              <a:t>az_alerts</a:t>
            </a:r>
            <a:endParaRPr lang="en-US" sz="800" dirty="0"/>
          </a:p>
          <a:p>
            <a:r>
              <a:rPr lang="en-US" sz="800" dirty="0"/>
              <a:t>- </a:t>
            </a:r>
            <a:r>
              <a:rPr lang="en-US" sz="800" dirty="0" err="1"/>
              <a:t>alert_id</a:t>
            </a:r>
            <a:r>
              <a:rPr lang="en-US" sz="800" dirty="0"/>
              <a:t>, </a:t>
            </a:r>
            <a:r>
              <a:rPr lang="en-US" sz="800" dirty="0" err="1"/>
              <a:t>agent_id</a:t>
            </a:r>
            <a:r>
              <a:rPr lang="en-US" sz="800" dirty="0"/>
              <a:t>, </a:t>
            </a:r>
            <a:r>
              <a:rPr lang="en-US" sz="800" dirty="0" err="1"/>
              <a:t>alert_name</a:t>
            </a:r>
            <a:r>
              <a:rPr lang="en-US" sz="800" dirty="0"/>
              <a:t>, severity, </a:t>
            </a:r>
            <a:r>
              <a:rPr lang="en-US" sz="800" dirty="0" err="1"/>
              <a:t>fired_time</a:t>
            </a:r>
            <a:r>
              <a:rPr lang="en-US" sz="800" dirty="0"/>
              <a:t>, </a:t>
            </a:r>
            <a:r>
              <a:rPr lang="en-US" sz="800" dirty="0" err="1"/>
              <a:t>resource_id</a:t>
            </a:r>
            <a:endParaRPr lang="en-US" sz="800" dirty="0"/>
          </a:p>
          <a:p>
            <a:endParaRPr lang="en-US" sz="800" dirty="0"/>
          </a:p>
          <a:p>
            <a:r>
              <a:rPr lang="en-US" sz="800" dirty="0"/>
              <a:t>Only use columns listed above. There is no </a:t>
            </a:r>
            <a:r>
              <a:rPr lang="en-US" sz="800" dirty="0" err="1"/>
              <a:t>agent_name</a:t>
            </a:r>
            <a:r>
              <a:rPr lang="en-US" sz="800" dirty="0"/>
              <a:t> column in </a:t>
            </a:r>
            <a:r>
              <a:rPr lang="en-US" sz="800" dirty="0" err="1"/>
              <a:t>conversation_events</a:t>
            </a:r>
            <a:r>
              <a:rPr lang="en-US" sz="800" dirty="0"/>
              <a:t> or </a:t>
            </a:r>
            <a:r>
              <a:rPr lang="en-US" sz="800" dirty="0" err="1"/>
              <a:t>connector_calls</a:t>
            </a:r>
            <a:r>
              <a:rPr lang="en-US" sz="800" dirty="0"/>
              <a:t> — use </a:t>
            </a:r>
            <a:r>
              <a:rPr lang="en-US" sz="800" dirty="0" err="1"/>
              <a:t>get_agents</a:t>
            </a:r>
            <a:r>
              <a:rPr lang="en-US" sz="800" dirty="0"/>
              <a:t> or </a:t>
            </a:r>
            <a:r>
              <a:rPr lang="en-US" sz="800" dirty="0" err="1"/>
              <a:t>pva_bots</a:t>
            </a:r>
            <a:r>
              <a:rPr lang="en-US" sz="800" dirty="0"/>
              <a:t> for agent names.</a:t>
            </a:r>
          </a:p>
          <a:p>
            <a:endParaRPr lang="en-US" sz="800" dirty="0"/>
          </a:p>
          <a:p>
            <a:r>
              <a:rPr lang="en-US" sz="800" dirty="0"/>
              <a:t>## Key relationships</a:t>
            </a:r>
          </a:p>
          <a:p>
            <a:r>
              <a:rPr lang="en-US" sz="800" dirty="0"/>
              <a:t>- </a:t>
            </a:r>
            <a:r>
              <a:rPr lang="en-US" sz="800" dirty="0" err="1"/>
              <a:t>conversation_events.conversation_id</a:t>
            </a:r>
            <a:r>
              <a:rPr lang="en-US" sz="800" dirty="0"/>
              <a:t> = </a:t>
            </a:r>
            <a:r>
              <a:rPr lang="en-US" sz="800" dirty="0" err="1"/>
              <a:t>connector_calls.conversation_id</a:t>
            </a:r>
            <a:endParaRPr lang="en-US" sz="800" dirty="0"/>
          </a:p>
          <a:p>
            <a:r>
              <a:rPr lang="en-US" sz="800" dirty="0"/>
              <a:t>- </a:t>
            </a:r>
            <a:r>
              <a:rPr lang="en-US" sz="800" dirty="0" err="1"/>
              <a:t>conversation_events.conversation_id</a:t>
            </a:r>
            <a:r>
              <a:rPr lang="en-US" sz="800" dirty="0"/>
              <a:t> = </a:t>
            </a:r>
            <a:r>
              <a:rPr lang="en-US" sz="800" dirty="0" err="1"/>
              <a:t>az_dependency_failures.conversation_id</a:t>
            </a:r>
            <a:endParaRPr lang="en-US" sz="800" dirty="0"/>
          </a:p>
          <a:p>
            <a:r>
              <a:rPr lang="en-US" sz="800" dirty="0"/>
              <a:t>- </a:t>
            </a:r>
            <a:r>
              <a:rPr lang="en-US" sz="800" dirty="0" err="1"/>
              <a:t>conversation_events.conversation_id</a:t>
            </a:r>
            <a:r>
              <a:rPr lang="en-US" sz="800" dirty="0"/>
              <a:t> = </a:t>
            </a:r>
            <a:r>
              <a:rPr lang="en-US" sz="800" dirty="0" err="1"/>
              <a:t>az_exceptions.conversation_id</a:t>
            </a:r>
            <a:endParaRPr lang="en-US" sz="800" dirty="0"/>
          </a:p>
          <a:p>
            <a:r>
              <a:rPr lang="en-US" sz="800" dirty="0"/>
              <a:t>- </a:t>
            </a:r>
            <a:r>
              <a:rPr lang="en-US" sz="800" dirty="0" err="1"/>
              <a:t>pva_bots.environment_id</a:t>
            </a:r>
            <a:r>
              <a:rPr lang="en-US" sz="800" dirty="0"/>
              <a:t> = </a:t>
            </a:r>
            <a:r>
              <a:rPr lang="en-US" sz="800" dirty="0" err="1"/>
              <a:t>pva_environments.environment_id</a:t>
            </a:r>
            <a:endParaRPr lang="en-US" sz="800" dirty="0"/>
          </a:p>
          <a:p>
            <a:r>
              <a:rPr lang="en-US" sz="800" dirty="0"/>
              <a:t>- </a:t>
            </a:r>
            <a:r>
              <a:rPr lang="en-US" sz="800" dirty="0" err="1"/>
              <a:t>pva_bots.bot_id</a:t>
            </a:r>
            <a:r>
              <a:rPr lang="en-US" sz="800" dirty="0"/>
              <a:t> = </a:t>
            </a:r>
            <a:r>
              <a:rPr lang="en-US" sz="800" dirty="0" err="1"/>
              <a:t>pva_bot_solutions.bot_id</a:t>
            </a:r>
            <a:endParaRPr lang="en-US" sz="800" dirty="0"/>
          </a:p>
          <a:p>
            <a:endParaRPr lang="en-US" sz="800" dirty="0"/>
          </a:p>
          <a:p>
            <a:r>
              <a:rPr lang="en-US" sz="800" dirty="0"/>
              <a:t>## Azure Monitor cross-reference</a:t>
            </a:r>
          </a:p>
          <a:p>
            <a:r>
              <a:rPr lang="en-US" sz="800" dirty="0"/>
              <a:t>When asked about health, failures, or incidents, check both </a:t>
            </a:r>
            <a:r>
              <a:rPr lang="en-US" sz="800" dirty="0" err="1"/>
              <a:t>OTel</a:t>
            </a:r>
            <a:r>
              <a:rPr lang="en-US" sz="800" dirty="0"/>
              <a:t> and Azure Monitor:</a:t>
            </a:r>
          </a:p>
          <a:p>
            <a:r>
              <a:rPr lang="en-US" sz="800" dirty="0"/>
              <a:t>- A conversation with a failed </a:t>
            </a:r>
            <a:r>
              <a:rPr lang="en-US" sz="800" dirty="0" err="1"/>
              <a:t>connector_call</a:t>
            </a:r>
            <a:r>
              <a:rPr lang="en-US" sz="800" dirty="0"/>
              <a:t> AND a matching </a:t>
            </a:r>
            <a:r>
              <a:rPr lang="en-US" sz="800" dirty="0" err="1"/>
              <a:t>az_dependency_failure</a:t>
            </a:r>
            <a:r>
              <a:rPr lang="en-US" sz="800" dirty="0"/>
              <a:t> or </a:t>
            </a:r>
            <a:r>
              <a:rPr lang="en-US" sz="800" dirty="0" err="1"/>
              <a:t>az_exception</a:t>
            </a:r>
            <a:r>
              <a:rPr lang="en-US" sz="800" dirty="0"/>
              <a:t> is the highest-priority signal (both sources agree)</a:t>
            </a:r>
          </a:p>
          <a:p>
            <a:r>
              <a:rPr lang="en-US" sz="800" dirty="0"/>
              <a:t>- </a:t>
            </a:r>
            <a:r>
              <a:rPr lang="en-US" sz="800" dirty="0" err="1"/>
              <a:t>OTel</a:t>
            </a:r>
            <a:r>
              <a:rPr lang="en-US" sz="800" dirty="0"/>
              <a:t> failure only (no Azure Monitor match) — likely a transient or permission error</a:t>
            </a:r>
          </a:p>
          <a:p>
            <a:r>
              <a:rPr lang="en-US" sz="800" dirty="0"/>
              <a:t>- Azure Monitor signal with no matching </a:t>
            </a:r>
            <a:r>
              <a:rPr lang="en-US" sz="800" dirty="0" err="1"/>
              <a:t>OTel</a:t>
            </a:r>
            <a:r>
              <a:rPr lang="en-US" sz="800" dirty="0"/>
              <a:t> </a:t>
            </a:r>
            <a:r>
              <a:rPr lang="en-US" sz="800" dirty="0" err="1"/>
              <a:t>conversation_id</a:t>
            </a:r>
            <a:r>
              <a:rPr lang="en-US" sz="800" dirty="0"/>
              <a:t> — may indicate a platform-level issue not tied to a specific user session</a:t>
            </a:r>
          </a:p>
          <a:p>
            <a:endParaRPr lang="en-US" sz="800" dirty="0"/>
          </a:p>
          <a:p>
            <a:r>
              <a:rPr lang="en-US" sz="800" dirty="0"/>
              <a:t>Cross-reference query pattern:</a:t>
            </a:r>
          </a:p>
          <a:p>
            <a:r>
              <a:rPr lang="en-US" sz="800" dirty="0"/>
              <a:t>  SELECT </a:t>
            </a:r>
            <a:r>
              <a:rPr lang="en-US" sz="800" dirty="0" err="1"/>
              <a:t>e.conversation_id</a:t>
            </a:r>
            <a:r>
              <a:rPr lang="en-US" sz="800" dirty="0"/>
              <a:t>, </a:t>
            </a:r>
            <a:r>
              <a:rPr lang="en-US" sz="800" dirty="0" err="1"/>
              <a:t>c.connector_name</a:t>
            </a:r>
            <a:r>
              <a:rPr lang="en-US" sz="800" dirty="0"/>
              <a:t>, </a:t>
            </a:r>
            <a:r>
              <a:rPr lang="en-US" sz="800" dirty="0" err="1"/>
              <a:t>c.result_code</a:t>
            </a:r>
            <a:r>
              <a:rPr lang="en-US" sz="800" dirty="0"/>
              <a:t> AS </a:t>
            </a:r>
            <a:r>
              <a:rPr lang="en-US" sz="800" dirty="0" err="1"/>
              <a:t>otel_code</a:t>
            </a:r>
            <a:r>
              <a:rPr lang="en-US" sz="800" dirty="0"/>
              <a:t>,</a:t>
            </a:r>
          </a:p>
          <a:p>
            <a:r>
              <a:rPr lang="en-US" sz="800" dirty="0"/>
              <a:t>         </a:t>
            </a:r>
            <a:r>
              <a:rPr lang="en-US" sz="800" dirty="0" err="1"/>
              <a:t>d.dependency_name</a:t>
            </a:r>
            <a:r>
              <a:rPr lang="en-US" sz="800" dirty="0"/>
              <a:t>, </a:t>
            </a:r>
            <a:r>
              <a:rPr lang="en-US" sz="800" dirty="0" err="1"/>
              <a:t>d.result_code</a:t>
            </a:r>
            <a:r>
              <a:rPr lang="en-US" sz="800" dirty="0"/>
              <a:t> AS </a:t>
            </a:r>
            <a:r>
              <a:rPr lang="en-US" sz="800" dirty="0" err="1"/>
              <a:t>az_code</a:t>
            </a:r>
            <a:r>
              <a:rPr lang="en-US" sz="800" dirty="0"/>
              <a:t>, </a:t>
            </a:r>
            <a:r>
              <a:rPr lang="en-US" sz="800" dirty="0" err="1"/>
              <a:t>ex.exception_type</a:t>
            </a:r>
            <a:endParaRPr lang="en-US" sz="800" dirty="0"/>
          </a:p>
          <a:p>
            <a:r>
              <a:rPr lang="en-US" sz="800" dirty="0"/>
              <a:t>  FROM </a:t>
            </a:r>
            <a:r>
              <a:rPr lang="en-US" sz="800" dirty="0" err="1"/>
              <a:t>conversation_events</a:t>
            </a:r>
            <a:r>
              <a:rPr lang="en-US" sz="800" dirty="0"/>
              <a:t> e</a:t>
            </a:r>
          </a:p>
          <a:p>
            <a:r>
              <a:rPr lang="en-US" sz="800" dirty="0"/>
              <a:t>  JOIN </a:t>
            </a:r>
            <a:r>
              <a:rPr lang="en-US" sz="800" dirty="0" err="1"/>
              <a:t>connector_calls</a:t>
            </a:r>
            <a:r>
              <a:rPr lang="en-US" sz="800" dirty="0"/>
              <a:t> c ON </a:t>
            </a:r>
            <a:r>
              <a:rPr lang="en-US" sz="800" dirty="0" err="1"/>
              <a:t>c.conversation_id</a:t>
            </a:r>
            <a:r>
              <a:rPr lang="en-US" sz="800" dirty="0"/>
              <a:t> = </a:t>
            </a:r>
            <a:r>
              <a:rPr lang="en-US" sz="800" dirty="0" err="1"/>
              <a:t>e.conversation_id</a:t>
            </a:r>
            <a:r>
              <a:rPr lang="en-US" sz="800" dirty="0"/>
              <a:t> AND </a:t>
            </a:r>
            <a:r>
              <a:rPr lang="en-US" sz="800" dirty="0" err="1"/>
              <a:t>c.success</a:t>
            </a:r>
            <a:r>
              <a:rPr lang="en-US" sz="800" dirty="0"/>
              <a:t> = 0</a:t>
            </a:r>
          </a:p>
          <a:p>
            <a:r>
              <a:rPr lang="en-US" sz="800" dirty="0"/>
              <a:t>  LEFT JOIN </a:t>
            </a:r>
            <a:r>
              <a:rPr lang="en-US" sz="800" dirty="0" err="1"/>
              <a:t>az_dependency_failures</a:t>
            </a:r>
            <a:r>
              <a:rPr lang="en-US" sz="800" dirty="0"/>
              <a:t> d ON </a:t>
            </a:r>
            <a:r>
              <a:rPr lang="en-US" sz="800" dirty="0" err="1"/>
              <a:t>d.conversation_id</a:t>
            </a:r>
            <a:r>
              <a:rPr lang="en-US" sz="800" dirty="0"/>
              <a:t> = </a:t>
            </a:r>
            <a:r>
              <a:rPr lang="en-US" sz="800" dirty="0" err="1"/>
              <a:t>e.conversation_id</a:t>
            </a:r>
            <a:endParaRPr lang="en-US" sz="800" dirty="0"/>
          </a:p>
          <a:p>
            <a:r>
              <a:rPr lang="en-US" sz="800" dirty="0"/>
              <a:t>  LEFT JOIN </a:t>
            </a:r>
            <a:r>
              <a:rPr lang="en-US" sz="800" dirty="0" err="1"/>
              <a:t>az_exceptions</a:t>
            </a:r>
            <a:r>
              <a:rPr lang="en-US" sz="800" dirty="0"/>
              <a:t> ex ON </a:t>
            </a:r>
            <a:r>
              <a:rPr lang="en-US" sz="800" dirty="0" err="1"/>
              <a:t>ex.conversation_id</a:t>
            </a:r>
            <a:r>
              <a:rPr lang="en-US" sz="800" dirty="0"/>
              <a:t> = </a:t>
            </a:r>
            <a:r>
              <a:rPr lang="en-US" sz="800" dirty="0" err="1"/>
              <a:t>e.conversation_id</a:t>
            </a:r>
            <a:endParaRPr lang="en-US" sz="800" dirty="0"/>
          </a:p>
          <a:p>
            <a:r>
              <a:rPr lang="en-US" sz="800" dirty="0"/>
              <a:t>  GROUP BY </a:t>
            </a:r>
            <a:r>
              <a:rPr lang="en-US" sz="800" dirty="0" err="1"/>
              <a:t>e.conversation_id</a:t>
            </a:r>
            <a:endParaRPr lang="en-US" sz="800" dirty="0"/>
          </a:p>
          <a:p>
            <a:endParaRPr lang="en-US" sz="800" dirty="0"/>
          </a:p>
          <a:p>
            <a:r>
              <a:rPr lang="en-US" sz="800" dirty="0"/>
              <a:t>## Key data facts</a:t>
            </a:r>
          </a:p>
          <a:p>
            <a:r>
              <a:rPr lang="en-US" sz="800" dirty="0"/>
              <a:t>- </a:t>
            </a:r>
            <a:r>
              <a:rPr lang="en-US" sz="800" dirty="0" err="1"/>
              <a:t>design_mode</a:t>
            </a:r>
            <a:r>
              <a:rPr lang="en-US" sz="800" dirty="0"/>
              <a:t> = 0 is production traffic (real users); </a:t>
            </a:r>
            <a:r>
              <a:rPr lang="en-US" sz="800" dirty="0" err="1"/>
              <a:t>design_mode</a:t>
            </a:r>
            <a:r>
              <a:rPr lang="en-US" sz="800" dirty="0"/>
              <a:t> = 1 is test traffic from Copilot Studio</a:t>
            </a:r>
          </a:p>
          <a:p>
            <a:r>
              <a:rPr lang="en-US" sz="800" dirty="0"/>
              <a:t>- Channels: </a:t>
            </a:r>
            <a:r>
              <a:rPr lang="en-US" sz="800" dirty="0" err="1"/>
              <a:t>msteams</a:t>
            </a:r>
            <a:r>
              <a:rPr lang="en-US" sz="800" dirty="0"/>
              <a:t>, </a:t>
            </a:r>
            <a:r>
              <a:rPr lang="en-US" sz="800" dirty="0" err="1"/>
              <a:t>pva</a:t>
            </a:r>
            <a:r>
              <a:rPr lang="en-US" sz="800" dirty="0"/>
              <a:t>-studio, </a:t>
            </a:r>
            <a:r>
              <a:rPr lang="en-US" sz="800" dirty="0" err="1"/>
              <a:t>pva</a:t>
            </a:r>
            <a:r>
              <a:rPr lang="en-US" sz="800" dirty="0"/>
              <a:t>-maker-evaluation, webchat, </a:t>
            </a:r>
            <a:r>
              <a:rPr lang="en-US" sz="800" dirty="0" err="1"/>
              <a:t>directline</a:t>
            </a:r>
            <a:endParaRPr lang="en-US" sz="800" dirty="0"/>
          </a:p>
          <a:p>
            <a:r>
              <a:rPr lang="en-US" sz="800" dirty="0"/>
              <a:t>- </a:t>
            </a:r>
            <a:r>
              <a:rPr lang="en-US" sz="800" dirty="0" err="1"/>
              <a:t>user_id</a:t>
            </a:r>
            <a:r>
              <a:rPr lang="en-US" sz="800" dirty="0"/>
              <a:t> is an Azure AD object ID (not an email address)</a:t>
            </a:r>
          </a:p>
          <a:p>
            <a:r>
              <a:rPr lang="en-US" sz="800" dirty="0"/>
              <a:t>- DLP </a:t>
            </a:r>
            <a:r>
              <a:rPr lang="en-US" sz="800" dirty="0" err="1"/>
              <a:t>environment_type</a:t>
            </a:r>
            <a:r>
              <a:rPr lang="en-US" sz="800" dirty="0"/>
              <a:t> "</a:t>
            </a:r>
            <a:r>
              <a:rPr lang="en-US" sz="800" dirty="0" err="1"/>
              <a:t>AllEnvironments</a:t>
            </a:r>
            <a:r>
              <a:rPr lang="en-US" sz="800" dirty="0"/>
              <a:t>" policies apply to every environment</a:t>
            </a:r>
          </a:p>
          <a:p>
            <a:r>
              <a:rPr lang="en-US" sz="800" dirty="0"/>
              <a:t>- Always use tools to answer questions — never guess</a:t>
            </a:r>
          </a:p>
          <a:p>
            <a:endParaRPr lang="en-US" sz="800" dirty="0"/>
          </a:p>
          <a:p>
            <a:r>
              <a:rPr lang="en-US" sz="800" dirty="0"/>
              <a:t>## Example questions you can answer</a:t>
            </a:r>
          </a:p>
          <a:p>
            <a:r>
              <a:rPr lang="en-US" sz="800" dirty="0"/>
              <a:t>- "Which agents are deployed and what solution are they in?"</a:t>
            </a:r>
          </a:p>
          <a:p>
            <a:r>
              <a:rPr lang="en-US" sz="800" dirty="0"/>
              <a:t>- "What environment is the Work IQ agent deployed to?"</a:t>
            </a:r>
          </a:p>
          <a:p>
            <a:r>
              <a:rPr lang="en-US" sz="800" dirty="0"/>
              <a:t>- "What DLP policies apply to our production environment?"</a:t>
            </a:r>
          </a:p>
          <a:p>
            <a:r>
              <a:rPr lang="en-US" sz="800" dirty="0"/>
              <a:t>- "How many conversations happened this week?"</a:t>
            </a:r>
          </a:p>
          <a:p>
            <a:r>
              <a:rPr lang="en-US" sz="800" dirty="0"/>
              <a:t>- "Show me all failed connector calls in the last 7 days"</a:t>
            </a:r>
          </a:p>
          <a:p>
            <a:r>
              <a:rPr lang="en-US" sz="800" dirty="0"/>
              <a:t>- "What topics are users asking about most?"</a:t>
            </a:r>
          </a:p>
          <a:p>
            <a:r>
              <a:rPr lang="en-US" sz="800" dirty="0"/>
              <a:t>- "Are there any conversations flagged by both </a:t>
            </a:r>
            <a:r>
              <a:rPr lang="en-US" sz="800" dirty="0" err="1"/>
              <a:t>OTel</a:t>
            </a:r>
            <a:r>
              <a:rPr lang="en-US" sz="800" dirty="0"/>
              <a:t> and Azure Monitor?"</a:t>
            </a:r>
          </a:p>
          <a:p>
            <a:r>
              <a:rPr lang="en-US" sz="800" dirty="0"/>
              <a:t>- "Show me all Azure Monitor exceptions"</a:t>
            </a:r>
          </a:p>
          <a:p>
            <a:r>
              <a:rPr lang="en-US" sz="800" dirty="0"/>
              <a:t>- "Which connectors are blocked by DLP policy?"</a:t>
            </a:r>
          </a:p>
          <a:p>
            <a:r>
              <a:rPr lang="en-US" sz="800" dirty="0"/>
              <a:t>- "Give me a full timeline for conversation ID </a:t>
            </a:r>
            <a:r>
              <a:rPr lang="en-US" sz="800" dirty="0" err="1"/>
              <a:t>xyz</a:t>
            </a:r>
            <a:r>
              <a:rPr lang="en-US" sz="800" dirty="0"/>
              <a:t>"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2E04E0-C066-F2D7-6C03-2E197C7FF3E0}"/>
              </a:ext>
            </a:extLst>
          </p:cNvPr>
          <p:cNvSpPr txBox="1"/>
          <p:nvPr/>
        </p:nvSpPr>
        <p:spPr>
          <a:xfrm>
            <a:off x="815547" y="556054"/>
            <a:ext cx="7908323" cy="258532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342900" indent="-342900" algn="l">
              <a:buFont typeface="+mj-lt"/>
              <a:buAutoNum type="arabicPeriod"/>
            </a:pPr>
            <a:r>
              <a:rPr lang="en-US" sz="2400" dirty="0">
                <a:latin typeface="Arial" panose="020B0604020202020204" pitchFamily="34" charset="0"/>
              </a:rPr>
              <a:t>Deploy Insights </a:t>
            </a:r>
            <a:r>
              <a:rPr lang="en-US" sz="2400">
                <a:latin typeface="Arial" panose="020B0604020202020204" pitchFamily="34" charset="0"/>
              </a:rPr>
              <a:t>to Azure and </a:t>
            </a:r>
            <a:r>
              <a:rPr lang="en-US" sz="2400" dirty="0">
                <a:latin typeface="Arial" panose="020B0604020202020204" pitchFamily="34" charset="0"/>
              </a:rPr>
              <a:t>Test with Copilot Studio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US" sz="2400" dirty="0">
                <a:latin typeface="Arial" panose="020B0604020202020204" pitchFamily="34" charset="0"/>
              </a:rPr>
              <a:t>Create application ID for reporting and MCP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US" sz="2400" dirty="0">
                <a:latin typeface="Arial" panose="020B0604020202020204" pitchFamily="34" charset="0"/>
              </a:rPr>
              <a:t>Deploy MCP Containers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US" sz="2400" dirty="0">
                <a:latin typeface="Arial" panose="020B0604020202020204" pitchFamily="34" charset="0"/>
              </a:rPr>
              <a:t>Push Container from </a:t>
            </a:r>
            <a:r>
              <a:rPr lang="en-US" sz="2400" dirty="0" err="1">
                <a:latin typeface="Arial" panose="020B0604020202020204" pitchFamily="34" charset="0"/>
              </a:rPr>
              <a:t>VSCode</a:t>
            </a:r>
            <a:endParaRPr lang="en-US" sz="2400" dirty="0">
              <a:latin typeface="Arial" panose="020B0604020202020204" pitchFamily="34" charset="0"/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en-US" sz="2400" dirty="0">
                <a:latin typeface="Arial" panose="020B0604020202020204" pitchFamily="34" charset="0"/>
              </a:rPr>
              <a:t>Run a Data Sync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US" sz="2400" dirty="0">
                <a:latin typeface="Arial" panose="020B0604020202020204" pitchFamily="34" charset="0"/>
              </a:rPr>
              <a:t>Agent to MCP queries</a:t>
            </a:r>
          </a:p>
          <a:p>
            <a:pPr marL="342900" indent="-342900" algn="l">
              <a:buFont typeface="+mj-lt"/>
              <a:buAutoNum type="arabicPeriod"/>
            </a:pPr>
            <a:endParaRPr lang="en-US" sz="24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52508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5"/>
          <p:cNvSpPr/>
          <p:nvPr/>
        </p:nvSpPr>
        <p:spPr>
          <a:xfrm>
            <a:off x="457200" y="502920"/>
            <a:ext cx="274320" cy="45720"/>
          </a:xfrm>
          <a:prstGeom prst="rect">
            <a:avLst/>
          </a:prstGeom>
          <a:solidFill>
            <a:srgbClr val="FF462D"/>
          </a:solidFill>
          <a:ln w="12700" cap="flat" cmpd="sng">
            <a:solidFill>
              <a:srgbClr val="FF462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5"/>
          <p:cNvSpPr/>
          <p:nvPr/>
        </p:nvSpPr>
        <p:spPr>
          <a:xfrm>
            <a:off x="822960" y="384048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462D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462D"/>
                </a:solidFill>
                <a:ea typeface="Calibri"/>
                <a:cs typeface="Calibri"/>
                <a:sym typeface="Calibri"/>
              </a:rPr>
              <a:t>OUR APPROACH</a:t>
            </a:r>
            <a:endParaRPr sz="1100" b="0" i="0" u="none" strike="noStrike" cap="none">
              <a:solidFill>
                <a:schemeClr val="dk1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457200" y="731520"/>
            <a:ext cx="11277295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42315"/>
              </a:buClr>
              <a:buSzPts val="3200"/>
              <a:buFont typeface="Calibri"/>
              <a:buNone/>
            </a:pPr>
            <a:r>
              <a:rPr lang="en-US" sz="2400" b="1" i="0" u="none" strike="noStrike" cap="none" dirty="0">
                <a:solidFill>
                  <a:srgbClr val="042315"/>
                </a:solidFill>
                <a:ea typeface="Calibri"/>
                <a:cs typeface="Calibri"/>
                <a:sym typeface="Calibri"/>
              </a:rPr>
              <a:t>The Kyndryl 3-Pillar Microsoft Frontier Transformation Approach</a:t>
            </a:r>
            <a:endParaRPr sz="2400" b="0" i="0" u="none" strike="noStrike" cap="none" dirty="0">
              <a:solidFill>
                <a:schemeClr val="dk1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457200" y="1115568"/>
            <a:ext cx="11277295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500"/>
              <a:buFont typeface="Calibri"/>
              <a:buNone/>
            </a:pPr>
            <a:r>
              <a:rPr lang="en-US" sz="1500" b="0" i="0" u="none" strike="noStrike" cap="none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Three pillars that take a customer from AI experimentation to an enterprise AI operating system that is engineered to move Microsoft FY27 metrics in parallel.</a:t>
            </a:r>
            <a:endParaRPr sz="1500" b="0" i="0" u="none" strike="noStrike" cap="none" dirty="0">
              <a:solidFill>
                <a:schemeClr val="dk1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457200" y="1752600"/>
            <a:ext cx="3611880" cy="41021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6D5CF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54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5"/>
          <p:cNvSpPr/>
          <p:nvPr/>
        </p:nvSpPr>
        <p:spPr>
          <a:xfrm>
            <a:off x="457200" y="1752600"/>
            <a:ext cx="3611880" cy="502920"/>
          </a:xfrm>
          <a:prstGeom prst="rect">
            <a:avLst/>
          </a:prstGeom>
          <a:solidFill>
            <a:srgbClr val="29707A"/>
          </a:solidFill>
          <a:ln w="127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29707A"/>
              </a:solidFill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685800" y="1825752"/>
            <a:ext cx="31546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 dirty="0">
                <a:solidFill>
                  <a:srgbClr val="FFFFFF"/>
                </a:solidFill>
                <a:ea typeface="Calibri"/>
                <a:cs typeface="Calibri"/>
                <a:sym typeface="Calibri"/>
              </a:rPr>
              <a:t>Envision</a:t>
            </a:r>
            <a:endParaRPr sz="1000" b="0" i="0" u="none" strike="noStrike" cap="none" dirty="0">
              <a:solidFill>
                <a:schemeClr val="dk1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685800" y="2392680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42315"/>
              </a:buClr>
              <a:buSzPts val="2800"/>
              <a:buFont typeface="Calibri"/>
              <a:buNone/>
            </a:pPr>
            <a:r>
              <a:rPr lang="en-US" sz="2800" b="1" i="0" u="none" strike="noStrike" cap="none" dirty="0">
                <a:solidFill>
                  <a:srgbClr val="29707A"/>
                </a:solidFill>
                <a:ea typeface="Calibri"/>
                <a:cs typeface="Calibri"/>
                <a:sym typeface="Calibri"/>
              </a:rPr>
              <a:t>01</a:t>
            </a:r>
            <a:endParaRPr sz="2800" b="0" i="0" u="none" strike="noStrike" cap="none" dirty="0">
              <a:solidFill>
                <a:srgbClr val="29707A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685800" y="2849880"/>
            <a:ext cx="31546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42315"/>
              </a:buClr>
              <a:buSzPts val="2600"/>
              <a:buFont typeface="Calibri"/>
              <a:buNone/>
            </a:pPr>
            <a:r>
              <a:rPr lang="en-US" sz="2600" b="1" i="0" u="none" strike="noStrike" cap="none" dirty="0">
                <a:solidFill>
                  <a:srgbClr val="042315"/>
                </a:solidFill>
                <a:ea typeface="Calibri"/>
                <a:cs typeface="Calibri"/>
                <a:sym typeface="Calibri"/>
              </a:rPr>
              <a:t>Blueprint</a:t>
            </a:r>
            <a:endParaRPr sz="2600" b="0" i="0" u="none" strike="noStrike" cap="none" dirty="0">
              <a:solidFill>
                <a:schemeClr val="dk1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701040" y="3286760"/>
            <a:ext cx="31546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42315"/>
              </a:buClr>
              <a:buSzPts val="1300"/>
              <a:buFont typeface="Calibri"/>
              <a:buNone/>
            </a:pPr>
            <a:r>
              <a:rPr lang="en-US" sz="1300" b="0" i="1" u="none" strike="noStrike" cap="none" dirty="0">
                <a:solidFill>
                  <a:srgbClr val="29707A"/>
                </a:solidFill>
                <a:ea typeface="Calibri"/>
                <a:cs typeface="Calibri"/>
                <a:sym typeface="Calibri"/>
              </a:rPr>
              <a:t>the Frontier Enterprise</a:t>
            </a:r>
            <a:endParaRPr sz="1300" b="0" i="0" u="none" strike="noStrike" cap="none" dirty="0">
              <a:solidFill>
                <a:srgbClr val="29707A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685800" y="3591560"/>
            <a:ext cx="315468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200"/>
              <a:buFont typeface="Calibri"/>
              <a:buNone/>
            </a:pPr>
            <a:r>
              <a:rPr lang="en-US" sz="1200" b="0" i="0" u="none" strike="noStrike" cap="none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Define the enterprise AI operating model. Eliminate the process debt blocking AI scale.</a:t>
            </a:r>
            <a:endParaRPr sz="1200" b="0" i="0" u="none" strike="noStrike" cap="none" dirty="0">
              <a:solidFill>
                <a:schemeClr val="dk1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685800" y="4262120"/>
            <a:ext cx="324612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Calibri"/>
              <a:buChar char="•"/>
            </a:pPr>
            <a:r>
              <a:rPr lang="en-US" sz="1050" b="0" i="0" u="none" strike="noStrike" cap="none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Frontier Blueprint Workshop</a:t>
            </a:r>
            <a:endParaRPr sz="1050" b="0" i="0" u="none" strike="noStrike" cap="none" dirty="0">
              <a:solidFill>
                <a:schemeClr val="dk1"/>
              </a:solidFill>
              <a:ea typeface="Calibri"/>
              <a:cs typeface="Calibri"/>
              <a:sym typeface="Calibri"/>
            </a:endParaRPr>
          </a:p>
          <a:p>
            <a:pPr marL="800100" lvl="1" indent="-342900">
              <a:spcBef>
                <a:spcPts val="400"/>
              </a:spcBef>
              <a:buClr>
                <a:srgbClr val="3C3C3B"/>
              </a:buClr>
              <a:buSzPts val="1050"/>
              <a:buFont typeface="Calibri"/>
              <a:buChar char="•"/>
            </a:pPr>
            <a:r>
              <a:rPr lang="en-US" sz="1050" b="0" i="0" u="none" strike="noStrike" cap="none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Use case portfolio </a:t>
            </a:r>
          </a:p>
          <a:p>
            <a:pPr marL="800100" lvl="1" indent="-342900">
              <a:spcBef>
                <a:spcPts val="400"/>
              </a:spcBef>
              <a:buClr>
                <a:srgbClr val="3C3C3B"/>
              </a:buClr>
              <a:buSzPts val="1050"/>
              <a:buFont typeface="Calibri"/>
              <a:buChar char="•"/>
            </a:pPr>
            <a:r>
              <a:rPr lang="en-US" sz="1050" b="0" i="0" u="none" strike="noStrike" cap="none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Reference architecture: ME7, A365, Studio, I</a:t>
            </a:r>
            <a:r>
              <a:rPr lang="en-US" sz="105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Q</a:t>
            </a:r>
            <a:r>
              <a:rPr lang="en-US" sz="1050" b="0" i="0" u="none" strike="noStrike" cap="none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s</a:t>
            </a:r>
          </a:p>
          <a:p>
            <a:pPr marL="800100" lvl="1" indent="-342900">
              <a:spcBef>
                <a:spcPts val="400"/>
              </a:spcBef>
              <a:buClr>
                <a:srgbClr val="3C3C3B"/>
              </a:buClr>
              <a:buSzPts val="1050"/>
              <a:buFont typeface="Calibri"/>
              <a:buChar char="•"/>
            </a:pPr>
            <a:r>
              <a:rPr lang="en-US" sz="105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Security Baseline (Digital Trust Baseline, M365 Tenant &amp; Data Readiness)</a:t>
            </a:r>
            <a:endParaRPr sz="1050" b="0" i="0" u="none" strike="noStrike" cap="none" dirty="0">
              <a:solidFill>
                <a:schemeClr val="dk1"/>
              </a:solidFill>
              <a:ea typeface="Calibri"/>
              <a:cs typeface="Calibri"/>
              <a:sym typeface="Calibri"/>
            </a:endParaRPr>
          </a:p>
          <a:p>
            <a:pPr marL="800100" lvl="1" indent="-342900">
              <a:spcBef>
                <a:spcPts val="400"/>
              </a:spcBef>
              <a:buClr>
                <a:srgbClr val="3C3C3B"/>
              </a:buClr>
              <a:buSzPts val="1050"/>
              <a:buFont typeface="Calibri"/>
              <a:buChar char="•"/>
            </a:pPr>
            <a:r>
              <a:rPr lang="en-US" sz="1050" b="0" i="0" u="none" strike="noStrike" cap="none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AI value model &amp; operating model</a:t>
            </a:r>
            <a:endParaRPr sz="1050" b="0" i="0" u="none" strike="noStrike" cap="none" dirty="0">
              <a:solidFill>
                <a:schemeClr val="dk1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4297680" y="1752600"/>
            <a:ext cx="3611880" cy="41021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6D5CF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54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5"/>
          <p:cNvSpPr/>
          <p:nvPr/>
        </p:nvSpPr>
        <p:spPr>
          <a:xfrm>
            <a:off x="4297680" y="1752600"/>
            <a:ext cx="3611880" cy="502920"/>
          </a:xfrm>
          <a:prstGeom prst="rect">
            <a:avLst/>
          </a:prstGeom>
          <a:solidFill>
            <a:schemeClr val="accent1"/>
          </a:solidFill>
          <a:ln w="127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462D"/>
              </a:solidFill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4526280" y="1825752"/>
            <a:ext cx="31546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 dirty="0">
                <a:solidFill>
                  <a:srgbClr val="FFFFFF"/>
                </a:solidFill>
                <a:ea typeface="Calibri"/>
                <a:cs typeface="Calibri"/>
                <a:sym typeface="Calibri"/>
              </a:rPr>
              <a:t>Design</a:t>
            </a:r>
            <a:endParaRPr sz="1000" b="0" i="0" u="none" strike="noStrike" cap="none" dirty="0">
              <a:solidFill>
                <a:schemeClr val="dk1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4526280" y="2392680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473C"/>
              </a:buClr>
              <a:buSzPts val="2800"/>
              <a:buFont typeface="Calibri"/>
              <a:buNone/>
            </a:pPr>
            <a:r>
              <a:rPr lang="en-US" sz="2800" b="1" i="0" u="none" strike="noStrike" cap="none" dirty="0">
                <a:solidFill>
                  <a:srgbClr val="FF462D"/>
                </a:solidFill>
                <a:ea typeface="Calibri"/>
                <a:cs typeface="Calibri"/>
                <a:sym typeface="Calibri"/>
              </a:rPr>
              <a:t>02</a:t>
            </a:r>
            <a:endParaRPr sz="2800" b="0" i="0" u="none" strike="noStrike" cap="none" dirty="0">
              <a:solidFill>
                <a:srgbClr val="FF462D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4526280" y="2849880"/>
            <a:ext cx="31546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42315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rgbClr val="042315"/>
                </a:solidFill>
                <a:ea typeface="Calibri"/>
                <a:cs typeface="Calibri"/>
                <a:sym typeface="Calibri"/>
              </a:rPr>
              <a:t>Build</a:t>
            </a:r>
            <a:endParaRPr sz="2600" b="0" i="0" u="none" strike="noStrike" cap="none">
              <a:solidFill>
                <a:schemeClr val="dk1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5"/>
          <p:cNvSpPr/>
          <p:nvPr/>
        </p:nvSpPr>
        <p:spPr>
          <a:xfrm>
            <a:off x="4526280" y="3271520"/>
            <a:ext cx="31546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473C"/>
              </a:buClr>
              <a:buSzPts val="1300"/>
              <a:buFont typeface="Calibri"/>
              <a:buNone/>
            </a:pPr>
            <a:r>
              <a:rPr lang="en-US" sz="1300" b="0" i="1" u="none" strike="noStrike" cap="none" dirty="0">
                <a:solidFill>
                  <a:srgbClr val="FF462D"/>
                </a:solidFill>
                <a:ea typeface="Calibri"/>
                <a:cs typeface="Calibri"/>
                <a:sym typeface="Calibri"/>
              </a:rPr>
              <a:t>the Intelligent Enterprise</a:t>
            </a:r>
            <a:endParaRPr sz="1300" b="0" i="0" u="none" strike="noStrike" cap="none" dirty="0">
              <a:solidFill>
                <a:srgbClr val="FF462D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4526280" y="3525012"/>
            <a:ext cx="315468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200"/>
              <a:buFont typeface="Calibri"/>
              <a:buNone/>
            </a:pPr>
            <a:r>
              <a:rPr lang="en-US" sz="1200" b="0" i="0" u="none" strike="noStrike" cap="none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Deploy AI, agents, and intelligent workflows directly into the flow of work.</a:t>
            </a:r>
            <a:endParaRPr sz="1200" b="0" i="0" u="none" strike="noStrike" cap="none" dirty="0">
              <a:solidFill>
                <a:schemeClr val="dk1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4526280" y="4277360"/>
            <a:ext cx="3246120" cy="1277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Calibri"/>
              <a:buChar char="•"/>
            </a:pPr>
            <a:r>
              <a:rPr lang="en-US" sz="1050" b="0" i="0" u="none" strike="noStrike" cap="none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Agent Factory </a:t>
            </a: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Calibri"/>
              <a:buChar char="•"/>
            </a:pPr>
            <a:r>
              <a:rPr lang="en-US" sz="1050" b="0" i="0" u="none" strike="noStrike" cap="none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Copilot extensibility </a:t>
            </a:r>
          </a:p>
          <a:p>
            <a:pPr marL="342900" indent="-342900">
              <a:spcBef>
                <a:spcPts val="400"/>
              </a:spcBef>
              <a:buClr>
                <a:srgbClr val="3C3C3B"/>
              </a:buClr>
              <a:buSzPts val="1050"/>
              <a:buFont typeface="Calibri"/>
              <a:buChar char="•"/>
            </a:pPr>
            <a:r>
              <a:rPr lang="en-US" sz="105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Copilot &amp; Agent Adoption-as-a-Service (OCM) to MAU &gt; 70%</a:t>
            </a:r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Calibri"/>
              <a:buChar char="•"/>
            </a:pPr>
            <a:r>
              <a:rPr lang="en-US" sz="1050" b="0" i="0" u="none" strike="noStrike" cap="none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LOB &amp; Industry Agent Packs</a:t>
            </a:r>
            <a:endParaRPr sz="1050" b="0" i="0" u="none" strike="noStrike" cap="none" dirty="0">
              <a:solidFill>
                <a:schemeClr val="dk1"/>
              </a:solidFill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Calibri"/>
              <a:buChar char="•"/>
            </a:pPr>
            <a:r>
              <a:rPr lang="en-US" sz="105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Agent 365 Configuration</a:t>
            </a:r>
          </a:p>
        </p:txBody>
      </p:sp>
      <p:sp>
        <p:nvSpPr>
          <p:cNvPr id="85" name="Google Shape;85;p5"/>
          <p:cNvSpPr/>
          <p:nvPr/>
        </p:nvSpPr>
        <p:spPr>
          <a:xfrm>
            <a:off x="8138160" y="1752600"/>
            <a:ext cx="3611880" cy="41021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6D5CF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54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5"/>
          <p:cNvSpPr/>
          <p:nvPr/>
        </p:nvSpPr>
        <p:spPr>
          <a:xfrm>
            <a:off x="8138160" y="1752600"/>
            <a:ext cx="3611880" cy="502920"/>
          </a:xfrm>
          <a:prstGeom prst="rect">
            <a:avLst/>
          </a:prstGeom>
          <a:solidFill>
            <a:srgbClr val="187E3F"/>
          </a:solidFill>
          <a:ln w="127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5"/>
          <p:cNvSpPr/>
          <p:nvPr/>
        </p:nvSpPr>
        <p:spPr>
          <a:xfrm>
            <a:off x="8366760" y="1825752"/>
            <a:ext cx="31546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 dirty="0">
                <a:solidFill>
                  <a:srgbClr val="FFFFFF"/>
                </a:solidFill>
                <a:ea typeface="Calibri"/>
                <a:cs typeface="Calibri"/>
                <a:sym typeface="Calibri"/>
              </a:rPr>
              <a:t>Adopt &amp; Evolve</a:t>
            </a:r>
            <a:endParaRPr sz="1000" b="0" i="0" u="none" strike="noStrike" cap="none" dirty="0">
              <a:solidFill>
                <a:schemeClr val="dk1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5"/>
          <p:cNvSpPr/>
          <p:nvPr/>
        </p:nvSpPr>
        <p:spPr>
          <a:xfrm>
            <a:off x="8366760" y="2392680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462D"/>
              </a:buClr>
              <a:buSzPts val="2800"/>
              <a:buFont typeface="Calibri"/>
              <a:buNone/>
            </a:pPr>
            <a:r>
              <a:rPr lang="en-US" sz="2800" b="1" i="0" u="none" strike="noStrike" cap="none" dirty="0">
                <a:solidFill>
                  <a:srgbClr val="187E3F"/>
                </a:solidFill>
                <a:ea typeface="Calibri"/>
                <a:cs typeface="Calibri"/>
                <a:sym typeface="Calibri"/>
              </a:rPr>
              <a:t>03</a:t>
            </a:r>
            <a:endParaRPr sz="2800" b="0" i="0" u="none" strike="noStrike" cap="none" dirty="0">
              <a:solidFill>
                <a:srgbClr val="187E3F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8366760" y="2849880"/>
            <a:ext cx="31546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42315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rgbClr val="042315"/>
                </a:solidFill>
                <a:ea typeface="Calibri"/>
                <a:cs typeface="Calibri"/>
                <a:sym typeface="Calibri"/>
              </a:rPr>
              <a:t>Operate</a:t>
            </a:r>
            <a:endParaRPr sz="2600" b="0" i="0" u="none" strike="noStrike" cap="none">
              <a:solidFill>
                <a:schemeClr val="dk1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5"/>
          <p:cNvSpPr/>
          <p:nvPr/>
        </p:nvSpPr>
        <p:spPr>
          <a:xfrm>
            <a:off x="8366760" y="3286760"/>
            <a:ext cx="31546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462D"/>
              </a:buClr>
              <a:buSzPts val="1300"/>
              <a:buFont typeface="Calibri"/>
              <a:buNone/>
            </a:pPr>
            <a:r>
              <a:rPr lang="en-US" sz="1300" b="0" i="1" u="none" strike="noStrike" cap="none" dirty="0">
                <a:solidFill>
                  <a:srgbClr val="187E3F"/>
                </a:solidFill>
                <a:ea typeface="Calibri"/>
                <a:cs typeface="Calibri"/>
                <a:sym typeface="Calibri"/>
              </a:rPr>
              <a:t>the Autonomous Enterprise</a:t>
            </a:r>
            <a:endParaRPr sz="1300" b="0" i="0" u="none" strike="noStrike" cap="none" dirty="0">
              <a:solidFill>
                <a:srgbClr val="187E3F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8351520" y="3502660"/>
            <a:ext cx="315468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200"/>
              <a:buFont typeface="Calibri"/>
              <a:buNone/>
            </a:pPr>
            <a:r>
              <a:rPr lang="en-US" sz="1200" b="0" i="0" u="none" strike="noStrike" cap="none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Operationalize AI, agents, governance, and observability at enterprise scale.</a:t>
            </a:r>
            <a:endParaRPr sz="1200" b="0" i="0" u="none" strike="noStrike" cap="none" dirty="0">
              <a:solidFill>
                <a:schemeClr val="dk1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5"/>
          <p:cNvSpPr/>
          <p:nvPr/>
        </p:nvSpPr>
        <p:spPr>
          <a:xfrm>
            <a:off x="8397087" y="4097020"/>
            <a:ext cx="324612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Calibri"/>
              <a:buChar char="•"/>
            </a:pPr>
            <a:r>
              <a:rPr lang="en-US" sz="1050" b="0" i="0" u="none" strike="noStrike" cap="none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AI managed services</a:t>
            </a:r>
            <a:endParaRPr sz="1050" b="0" i="0" u="none" strike="noStrike" cap="none" dirty="0">
              <a:solidFill>
                <a:schemeClr val="dk1"/>
              </a:solidFill>
              <a:ea typeface="Calibri"/>
              <a:cs typeface="Calibri"/>
              <a:sym typeface="Calibri"/>
            </a:endParaRPr>
          </a:p>
          <a:p>
            <a:pPr marL="800100" lvl="1" indent="-342900">
              <a:spcBef>
                <a:spcPts val="400"/>
              </a:spcBef>
              <a:buClr>
                <a:srgbClr val="3C3C3B"/>
              </a:buClr>
              <a:buSzPts val="1050"/>
              <a:buFont typeface="Calibri"/>
              <a:buChar char="•"/>
            </a:pPr>
            <a:r>
              <a:rPr lang="en-US" sz="1050" b="0" i="0" u="none" strike="noStrike" cap="none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Agent observability via Kyndryl Bridge</a:t>
            </a:r>
            <a:endParaRPr sz="1050" b="0" i="0" u="none" strike="noStrike" cap="none" dirty="0">
              <a:solidFill>
                <a:schemeClr val="dk1"/>
              </a:solidFill>
              <a:ea typeface="Calibri"/>
              <a:cs typeface="Calibri"/>
              <a:sym typeface="Calibri"/>
            </a:endParaRPr>
          </a:p>
          <a:p>
            <a:pPr marL="800100" lvl="1" indent="-342900">
              <a:spcBef>
                <a:spcPts val="400"/>
              </a:spcBef>
              <a:buClr>
                <a:srgbClr val="3C3C3B"/>
              </a:buClr>
              <a:buSzPts val="1050"/>
              <a:buFont typeface="Calibri"/>
              <a:buChar char="•"/>
            </a:pPr>
            <a:r>
              <a:rPr lang="en-US" sz="1050" b="0" i="0" u="none" strike="noStrike" cap="none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Policy as Code &amp; Digital Trust operations</a:t>
            </a:r>
            <a:endParaRPr sz="1050" b="0" i="0" u="none" strike="noStrike" cap="none" dirty="0">
              <a:solidFill>
                <a:schemeClr val="dk1"/>
              </a:solidFill>
              <a:ea typeface="Calibri"/>
              <a:cs typeface="Calibri"/>
              <a:sym typeface="Calibri"/>
            </a:endParaRPr>
          </a:p>
          <a:p>
            <a:pPr marL="800100" lvl="1" indent="-342900">
              <a:spcBef>
                <a:spcPts val="400"/>
              </a:spcBef>
              <a:buClr>
                <a:srgbClr val="3C3C3B"/>
              </a:buClr>
              <a:buSzPts val="1050"/>
              <a:buFont typeface="Calibri"/>
              <a:buChar char="•"/>
            </a:pPr>
            <a:r>
              <a:rPr lang="en-US" sz="1050" b="0" i="0" u="none" strike="noStrike" cap="none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XLAs &amp; continuous value optimization</a:t>
            </a:r>
          </a:p>
          <a:p>
            <a:pPr marL="800100" lvl="1" indent="-342900">
              <a:spcBef>
                <a:spcPts val="400"/>
              </a:spcBef>
              <a:buClr>
                <a:srgbClr val="3C3C3B"/>
              </a:buClr>
              <a:buSzPts val="1050"/>
              <a:buFont typeface="Calibri"/>
              <a:buChar char="•"/>
            </a:pPr>
            <a:r>
              <a:rPr lang="en-US" sz="105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OCM for ongoing Adoption </a:t>
            </a:r>
            <a:endParaRPr sz="1050" b="0" i="0" u="none" strike="noStrike" cap="none" dirty="0">
              <a:solidFill>
                <a:schemeClr val="dk1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457200" y="5929376"/>
            <a:ext cx="11277295" cy="292608"/>
          </a:xfrm>
          <a:prstGeom prst="rect">
            <a:avLst/>
          </a:prstGeom>
          <a:solidFill>
            <a:srgbClr val="565049"/>
          </a:solidFill>
          <a:ln w="12700" cap="flat" cmpd="sng">
            <a:solidFill>
              <a:srgbClr val="00C3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</a:endParaRPr>
          </a:p>
        </p:txBody>
      </p:sp>
      <p:sp>
        <p:nvSpPr>
          <p:cNvPr id="94" name="Google Shape;94;p5"/>
          <p:cNvSpPr/>
          <p:nvPr/>
        </p:nvSpPr>
        <p:spPr>
          <a:xfrm>
            <a:off x="548792" y="5929376"/>
            <a:ext cx="11094415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42315"/>
              </a:buClr>
              <a:buSzPts val="1200"/>
              <a:buFont typeface="Calibri"/>
              <a:buNone/>
            </a:pPr>
            <a:r>
              <a:rPr lang="en-US" sz="1200" b="1" i="0" u="none" strike="noStrike" cap="none" dirty="0">
                <a:solidFill>
                  <a:srgbClr val="FFFFFF"/>
                </a:solidFill>
                <a:ea typeface="Calibri"/>
                <a:cs typeface="Calibri"/>
                <a:sym typeface="Calibri"/>
              </a:rPr>
              <a:t>Each pillar is paid, productized, measurable and every component is tagged to a Microsoft FY27 metric</a:t>
            </a:r>
            <a:r>
              <a:rPr lang="en-US" sz="1200" b="1" i="0" u="none" strike="noStrike" cap="none" dirty="0">
                <a:solidFill>
                  <a:srgbClr val="042315"/>
                </a:solidFill>
                <a:ea typeface="Calibri"/>
                <a:cs typeface="Calibri"/>
                <a:sym typeface="Calibri"/>
              </a:rPr>
              <a:t>.</a:t>
            </a:r>
            <a:endParaRPr sz="1200" b="0" i="0" u="none" strike="noStrike" cap="none" dirty="0">
              <a:solidFill>
                <a:schemeClr val="dk1"/>
              </a:solidFill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6"/>
          <p:cNvSpPr/>
          <p:nvPr/>
        </p:nvSpPr>
        <p:spPr>
          <a:xfrm>
            <a:off x="457200" y="502920"/>
            <a:ext cx="274320" cy="45720"/>
          </a:xfrm>
          <a:prstGeom prst="rect">
            <a:avLst/>
          </a:prstGeom>
          <a:solidFill>
            <a:srgbClr val="FF462D"/>
          </a:solidFill>
          <a:ln w="12700" cap="flat" cmpd="sng">
            <a:solidFill>
              <a:srgbClr val="FF462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6"/>
          <p:cNvSpPr/>
          <p:nvPr/>
        </p:nvSpPr>
        <p:spPr>
          <a:xfrm>
            <a:off x="822960" y="384048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462D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462D"/>
                </a:solidFill>
                <a:ea typeface="Calibri"/>
                <a:cs typeface="Calibri"/>
                <a:sym typeface="Calibri"/>
              </a:rPr>
              <a:t>OUR APPROACH</a:t>
            </a:r>
            <a:endParaRPr sz="1100" b="0" i="0" u="none" strike="noStrike" cap="none">
              <a:solidFill>
                <a:schemeClr val="dk1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6"/>
          <p:cNvSpPr/>
          <p:nvPr/>
        </p:nvSpPr>
        <p:spPr>
          <a:xfrm>
            <a:off x="457200" y="731520"/>
            <a:ext cx="11277295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42315"/>
              </a:buClr>
              <a:buSzPts val="3200"/>
              <a:buFont typeface="Calibri"/>
              <a:buNone/>
            </a:pPr>
            <a:r>
              <a:rPr lang="en-US" sz="3200" b="1" i="0" u="none" strike="noStrike" cap="none">
                <a:solidFill>
                  <a:srgbClr val="042315"/>
                </a:solidFill>
                <a:ea typeface="Calibri"/>
                <a:cs typeface="Calibri"/>
                <a:sym typeface="Calibri"/>
              </a:rPr>
              <a:t>Six Kyndryl hero plays operationalize the three pillars</a:t>
            </a:r>
            <a:endParaRPr sz="3200" b="0" i="0" u="none" strike="noStrike" cap="none">
              <a:solidFill>
                <a:schemeClr val="dk1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6"/>
          <p:cNvSpPr/>
          <p:nvPr/>
        </p:nvSpPr>
        <p:spPr>
          <a:xfrm>
            <a:off x="457200" y="1508760"/>
            <a:ext cx="11277295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500"/>
              <a:buFont typeface="Calibri"/>
              <a:buNone/>
            </a:pPr>
            <a:r>
              <a:rPr lang="en-US" sz="1500" b="0" i="0" u="none" strike="noStrike" cap="none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These are the capabilities that turn the framework from a slide into a system. Every pillar pulls on every play.</a:t>
            </a:r>
            <a:endParaRPr sz="1500" b="0" i="0" u="none" strike="noStrike" cap="none">
              <a:solidFill>
                <a:schemeClr val="dk1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6"/>
          <p:cNvSpPr/>
          <p:nvPr/>
        </p:nvSpPr>
        <p:spPr>
          <a:xfrm>
            <a:off x="457200" y="2065020"/>
            <a:ext cx="3749040" cy="178308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6D5CF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6"/>
          <p:cNvSpPr/>
          <p:nvPr/>
        </p:nvSpPr>
        <p:spPr>
          <a:xfrm>
            <a:off x="457200" y="2065020"/>
            <a:ext cx="3749040" cy="73152"/>
          </a:xfrm>
          <a:prstGeom prst="rect">
            <a:avLst/>
          </a:prstGeom>
          <a:solidFill>
            <a:srgbClr val="29707A"/>
          </a:solidFill>
          <a:ln w="12700" cap="flat" cmpd="sng">
            <a:solidFill>
              <a:srgbClr val="6CA0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6"/>
          <p:cNvSpPr/>
          <p:nvPr/>
        </p:nvSpPr>
        <p:spPr>
          <a:xfrm>
            <a:off x="685800" y="2293620"/>
            <a:ext cx="457200" cy="457200"/>
          </a:xfrm>
          <a:prstGeom prst="ellipse">
            <a:avLst/>
          </a:prstGeom>
          <a:solidFill>
            <a:srgbClr val="29707A"/>
          </a:solidFill>
          <a:ln w="12700" cap="flat" cmpd="sng">
            <a:solidFill>
              <a:srgbClr val="6CA0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6"/>
          <p:cNvSpPr/>
          <p:nvPr/>
        </p:nvSpPr>
        <p:spPr>
          <a:xfrm>
            <a:off x="685800" y="22936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ea typeface="Calibri"/>
                <a:cs typeface="Calibri"/>
                <a:sym typeface="Calibri"/>
              </a:rPr>
              <a:t>01</a:t>
            </a:r>
            <a:endParaRPr sz="1300" b="0" i="0" u="none" strike="noStrike" cap="none">
              <a:solidFill>
                <a:schemeClr val="dk1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6"/>
          <p:cNvSpPr/>
          <p:nvPr/>
        </p:nvSpPr>
        <p:spPr>
          <a:xfrm>
            <a:off x="1234440" y="2311908"/>
            <a:ext cx="28346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42315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042315"/>
                </a:solidFill>
                <a:ea typeface="Calibri"/>
                <a:cs typeface="Calibri"/>
                <a:sym typeface="Calibri"/>
              </a:rPr>
              <a:t>Connected Experience</a:t>
            </a:r>
            <a:endParaRPr sz="1600" b="0" i="0" u="none" strike="noStrike" cap="none">
              <a:solidFill>
                <a:schemeClr val="dk1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6"/>
          <p:cNvSpPr/>
          <p:nvPr/>
        </p:nvSpPr>
        <p:spPr>
          <a:xfrm>
            <a:off x="685800" y="2842260"/>
            <a:ext cx="329184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100"/>
              <a:buFont typeface="Calibri"/>
              <a:buNone/>
            </a:pPr>
            <a:r>
              <a:rPr lang="en-US" sz="1100" b="0" i="0" u="none" strike="noStrike" cap="none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Connects people, agents, data and workflows into a measurable operating experience that accelerates productivity, reduces friction and improves business outcomes.</a:t>
            </a:r>
            <a:endParaRPr sz="1100" b="0" i="0" u="none" strike="noStrike" cap="none" dirty="0">
              <a:solidFill>
                <a:schemeClr val="dk1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6"/>
          <p:cNvSpPr/>
          <p:nvPr/>
        </p:nvSpPr>
        <p:spPr>
          <a:xfrm>
            <a:off x="685800" y="352806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CA0DC"/>
              </a:buClr>
              <a:buSzPts val="900"/>
              <a:buFont typeface="Calibri"/>
              <a:buNone/>
            </a:pPr>
            <a:r>
              <a:rPr lang="en-US" sz="900" b="1" i="1" u="none" strike="noStrike" cap="none" dirty="0">
                <a:solidFill>
                  <a:srgbClr val="29707A"/>
                </a:solidFill>
                <a:ea typeface="Calibri"/>
                <a:cs typeface="Calibri"/>
                <a:sym typeface="Calibri"/>
              </a:rPr>
              <a:t>Spans all 3 pillars</a:t>
            </a:r>
            <a:endParaRPr sz="900" b="0" i="0" u="none" strike="noStrike" cap="none" dirty="0">
              <a:solidFill>
                <a:srgbClr val="29707A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6"/>
          <p:cNvSpPr/>
          <p:nvPr/>
        </p:nvSpPr>
        <p:spPr>
          <a:xfrm>
            <a:off x="4325112" y="2065020"/>
            <a:ext cx="3749040" cy="178308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6D5CF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6"/>
          <p:cNvSpPr/>
          <p:nvPr/>
        </p:nvSpPr>
        <p:spPr>
          <a:xfrm>
            <a:off x="4325112" y="2065020"/>
            <a:ext cx="3749040" cy="73152"/>
          </a:xfrm>
          <a:prstGeom prst="rect">
            <a:avLst/>
          </a:prstGeom>
          <a:solidFill>
            <a:srgbClr val="4CDD84"/>
          </a:solidFill>
          <a:ln w="12700" cap="flat" cmpd="sng">
            <a:solidFill>
              <a:srgbClr val="00C3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6"/>
          <p:cNvSpPr/>
          <p:nvPr/>
        </p:nvSpPr>
        <p:spPr>
          <a:xfrm>
            <a:off x="4553712" y="2293620"/>
            <a:ext cx="457200" cy="457200"/>
          </a:xfrm>
          <a:prstGeom prst="ellipse">
            <a:avLst/>
          </a:prstGeom>
          <a:solidFill>
            <a:srgbClr val="4CDD84"/>
          </a:solidFill>
          <a:ln w="12700" cap="flat" cmpd="sng">
            <a:solidFill>
              <a:srgbClr val="00C3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6"/>
          <p:cNvSpPr/>
          <p:nvPr/>
        </p:nvSpPr>
        <p:spPr>
          <a:xfrm>
            <a:off x="4553712" y="22936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ea typeface="Calibri"/>
                <a:cs typeface="Calibri"/>
                <a:sym typeface="Calibri"/>
              </a:rPr>
              <a:t>02</a:t>
            </a:r>
            <a:endParaRPr sz="1300" b="0" i="0" u="none" strike="noStrike" cap="none">
              <a:solidFill>
                <a:schemeClr val="dk1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6"/>
          <p:cNvSpPr/>
          <p:nvPr/>
        </p:nvSpPr>
        <p:spPr>
          <a:xfrm>
            <a:off x="5102352" y="2311908"/>
            <a:ext cx="28346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42315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042315"/>
                </a:solidFill>
                <a:ea typeface="Calibri"/>
                <a:cs typeface="Calibri"/>
                <a:sym typeface="Calibri"/>
              </a:rPr>
              <a:t>Agentic Framework</a:t>
            </a:r>
            <a:endParaRPr sz="1600" b="0" i="0" u="none" strike="noStrike" cap="none">
              <a:solidFill>
                <a:schemeClr val="dk1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6"/>
          <p:cNvSpPr/>
          <p:nvPr/>
        </p:nvSpPr>
        <p:spPr>
          <a:xfrm>
            <a:off x="4553712" y="2842260"/>
            <a:ext cx="329184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100"/>
              <a:buFont typeface="Calibri"/>
              <a:buNone/>
            </a:pPr>
            <a:r>
              <a:rPr lang="en-US" sz="1100" b="0" i="0" u="none" strike="noStrike" cap="none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Agent Factory delivery muscle on Copilot Studio, Foundry + Agent 365. Build, ship, govern production agents in </a:t>
            </a:r>
            <a:r>
              <a:rPr lang="en-US" sz="11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repeatable </a:t>
            </a:r>
            <a:r>
              <a:rPr lang="en-US" sz="1100" b="0" i="0" u="none" strike="noStrike" cap="none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cycles</a:t>
            </a:r>
            <a:r>
              <a:rPr lang="en-US" sz="11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 while creating a scalable digital workforce.</a:t>
            </a:r>
            <a:endParaRPr sz="1100" b="0" i="0" u="none" strike="noStrike" cap="none" dirty="0">
              <a:solidFill>
                <a:schemeClr val="dk1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6"/>
          <p:cNvSpPr/>
          <p:nvPr/>
        </p:nvSpPr>
        <p:spPr>
          <a:xfrm>
            <a:off x="4553712" y="352806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C389"/>
              </a:buClr>
              <a:buSzPts val="900"/>
              <a:buFont typeface="Calibri"/>
              <a:buNone/>
            </a:pPr>
            <a:r>
              <a:rPr lang="en-US" sz="900" b="1" i="1" u="none" strike="noStrike" cap="none" dirty="0">
                <a:solidFill>
                  <a:srgbClr val="4CDD84"/>
                </a:solidFill>
                <a:ea typeface="Calibri"/>
                <a:cs typeface="Calibri"/>
                <a:sym typeface="Calibri"/>
              </a:rPr>
              <a:t>Anchored in Pillar 2</a:t>
            </a:r>
            <a:endParaRPr sz="900" b="0" i="0" u="none" strike="noStrike" cap="none" dirty="0">
              <a:solidFill>
                <a:srgbClr val="4CDD84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6"/>
          <p:cNvSpPr/>
          <p:nvPr/>
        </p:nvSpPr>
        <p:spPr>
          <a:xfrm>
            <a:off x="8193024" y="2065020"/>
            <a:ext cx="3749040" cy="178308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6D5CF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6"/>
          <p:cNvSpPr/>
          <p:nvPr/>
        </p:nvSpPr>
        <p:spPr>
          <a:xfrm>
            <a:off x="8193024" y="2065020"/>
            <a:ext cx="3749040" cy="73152"/>
          </a:xfrm>
          <a:prstGeom prst="rect">
            <a:avLst/>
          </a:prstGeom>
          <a:solidFill>
            <a:srgbClr val="FF462D"/>
          </a:solidFill>
          <a:ln w="12700" cap="flat" cmpd="sng">
            <a:solidFill>
              <a:srgbClr val="FF462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6"/>
          <p:cNvSpPr/>
          <p:nvPr/>
        </p:nvSpPr>
        <p:spPr>
          <a:xfrm>
            <a:off x="8421624" y="2293620"/>
            <a:ext cx="457200" cy="457200"/>
          </a:xfrm>
          <a:prstGeom prst="ellipse">
            <a:avLst/>
          </a:prstGeom>
          <a:solidFill>
            <a:srgbClr val="FF462D"/>
          </a:solidFill>
          <a:ln w="12700" cap="flat" cmpd="sng">
            <a:solidFill>
              <a:srgbClr val="FF462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6"/>
          <p:cNvSpPr/>
          <p:nvPr/>
        </p:nvSpPr>
        <p:spPr>
          <a:xfrm>
            <a:off x="8421624" y="22936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ea typeface="Calibri"/>
                <a:cs typeface="Calibri"/>
                <a:sym typeface="Calibri"/>
              </a:rPr>
              <a:t>03</a:t>
            </a:r>
            <a:endParaRPr sz="1300" b="0" i="0" u="none" strike="noStrike" cap="none">
              <a:solidFill>
                <a:schemeClr val="dk1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6"/>
          <p:cNvSpPr/>
          <p:nvPr/>
        </p:nvSpPr>
        <p:spPr>
          <a:xfrm>
            <a:off x="8970264" y="2311908"/>
            <a:ext cx="28346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42315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042315"/>
                </a:solidFill>
                <a:ea typeface="Calibri"/>
                <a:cs typeface="Calibri"/>
                <a:sym typeface="Calibri"/>
              </a:rPr>
              <a:t>Policy as Code</a:t>
            </a:r>
            <a:endParaRPr sz="1600" b="0" i="0" u="none" strike="noStrike" cap="none">
              <a:solidFill>
                <a:schemeClr val="dk1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6"/>
          <p:cNvSpPr/>
          <p:nvPr/>
        </p:nvSpPr>
        <p:spPr>
          <a:xfrm>
            <a:off x="8421624" y="2842260"/>
            <a:ext cx="329184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100"/>
              <a:buFont typeface="Calibri"/>
              <a:buNone/>
            </a:pPr>
            <a:r>
              <a:rPr lang="en-US" sz="1100" b="0" i="0" u="none" strike="noStrike" cap="none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Governance, identity, and compliance encoded into the platform from day one. Agents inherit policy, not exception lists while reducing operational and compliance risk.</a:t>
            </a:r>
            <a:endParaRPr sz="1100" b="0" i="0" u="none" strike="noStrike" cap="none" dirty="0">
              <a:solidFill>
                <a:schemeClr val="dk1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6"/>
          <p:cNvSpPr/>
          <p:nvPr/>
        </p:nvSpPr>
        <p:spPr>
          <a:xfrm>
            <a:off x="8421624" y="352806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462D"/>
              </a:buClr>
              <a:buSzPts val="900"/>
              <a:buFont typeface="Calibri"/>
              <a:buNone/>
            </a:pPr>
            <a:r>
              <a:rPr lang="en-US" sz="900" b="1" i="1" dirty="0">
                <a:solidFill>
                  <a:srgbClr val="FF462D"/>
                </a:solidFill>
                <a:ea typeface="Calibri"/>
                <a:cs typeface="Calibri"/>
                <a:sym typeface="Calibri"/>
              </a:rPr>
              <a:t>Spans all 3 pillars</a:t>
            </a:r>
            <a:endParaRPr sz="900" b="0" i="0" u="none" strike="noStrike" cap="none" dirty="0">
              <a:solidFill>
                <a:srgbClr val="FF462D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6"/>
          <p:cNvSpPr/>
          <p:nvPr/>
        </p:nvSpPr>
        <p:spPr>
          <a:xfrm>
            <a:off x="457200" y="3966972"/>
            <a:ext cx="3749040" cy="178308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6D5CF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6"/>
          <p:cNvSpPr/>
          <p:nvPr/>
        </p:nvSpPr>
        <p:spPr>
          <a:xfrm>
            <a:off x="457200" y="3966972"/>
            <a:ext cx="3749040" cy="73152"/>
          </a:xfrm>
          <a:prstGeom prst="rect">
            <a:avLst/>
          </a:prstGeom>
          <a:solidFill>
            <a:srgbClr val="565049"/>
          </a:solidFill>
          <a:ln w="12700" cap="flat" cmpd="sng">
            <a:solidFill>
              <a:srgbClr val="8F67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6"/>
          <p:cNvSpPr/>
          <p:nvPr/>
        </p:nvSpPr>
        <p:spPr>
          <a:xfrm>
            <a:off x="685800" y="4195572"/>
            <a:ext cx="457200" cy="457200"/>
          </a:xfrm>
          <a:prstGeom prst="ellipse">
            <a:avLst/>
          </a:prstGeom>
          <a:solidFill>
            <a:srgbClr val="565049"/>
          </a:solidFill>
          <a:ln w="12700" cap="flat" cmpd="sng">
            <a:solidFill>
              <a:srgbClr val="8F67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6"/>
          <p:cNvSpPr/>
          <p:nvPr/>
        </p:nvSpPr>
        <p:spPr>
          <a:xfrm>
            <a:off x="685800" y="419557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ea typeface="Calibri"/>
                <a:cs typeface="Calibri"/>
                <a:sym typeface="Calibri"/>
              </a:rPr>
              <a:t>04</a:t>
            </a:r>
            <a:endParaRPr sz="1300" b="0" i="0" u="none" strike="noStrike" cap="none">
              <a:solidFill>
                <a:schemeClr val="dk1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6"/>
          <p:cNvSpPr/>
          <p:nvPr/>
        </p:nvSpPr>
        <p:spPr>
          <a:xfrm>
            <a:off x="1234440" y="4213860"/>
            <a:ext cx="28346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42315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042315"/>
                </a:solidFill>
                <a:ea typeface="Calibri"/>
                <a:cs typeface="Calibri"/>
                <a:sym typeface="Calibri"/>
              </a:rPr>
              <a:t>Human System Architect</a:t>
            </a:r>
            <a:endParaRPr sz="1600" b="0" i="0" u="none" strike="noStrike" cap="none">
              <a:solidFill>
                <a:schemeClr val="dk1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6"/>
          <p:cNvSpPr/>
          <p:nvPr/>
        </p:nvSpPr>
        <p:spPr>
          <a:xfrm>
            <a:off x="685800" y="4744212"/>
            <a:ext cx="329184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Workforce redesign, AI literacy, champions network, and Adoption-as-a-Service. Designs work for the agent era.</a:t>
            </a:r>
            <a:endParaRPr sz="1100" b="0" i="0" u="none" strike="noStrike" cap="none">
              <a:solidFill>
                <a:schemeClr val="dk1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6"/>
          <p:cNvSpPr/>
          <p:nvPr/>
        </p:nvSpPr>
        <p:spPr>
          <a:xfrm>
            <a:off x="685800" y="5430012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F674A"/>
              </a:buClr>
              <a:buSzPts val="900"/>
              <a:buFont typeface="Calibri"/>
              <a:buNone/>
            </a:pPr>
            <a:r>
              <a:rPr lang="en-US" sz="900" b="1" i="1" u="none" strike="noStrike" cap="none" dirty="0">
                <a:solidFill>
                  <a:srgbClr val="565049"/>
                </a:solidFill>
                <a:ea typeface="Calibri"/>
                <a:cs typeface="Calibri"/>
                <a:sym typeface="Calibri"/>
              </a:rPr>
              <a:t>Spans all 3 pillars</a:t>
            </a:r>
            <a:endParaRPr sz="900" b="0" i="0" u="none" strike="noStrike" cap="none" dirty="0">
              <a:solidFill>
                <a:srgbClr val="565049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4325112" y="3966972"/>
            <a:ext cx="3749040" cy="178308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6D5CF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6"/>
          <p:cNvSpPr/>
          <p:nvPr/>
        </p:nvSpPr>
        <p:spPr>
          <a:xfrm>
            <a:off x="4325112" y="3966972"/>
            <a:ext cx="3749040" cy="73152"/>
          </a:xfrm>
          <a:prstGeom prst="rect">
            <a:avLst/>
          </a:prstGeom>
          <a:solidFill>
            <a:srgbClr val="9E9287"/>
          </a:solidFill>
          <a:ln w="12700" cap="flat" cmpd="sng">
            <a:solidFill>
              <a:srgbClr val="2647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6"/>
          <p:cNvSpPr/>
          <p:nvPr/>
        </p:nvSpPr>
        <p:spPr>
          <a:xfrm>
            <a:off x="4553712" y="4195572"/>
            <a:ext cx="457200" cy="457200"/>
          </a:xfrm>
          <a:prstGeom prst="ellipse">
            <a:avLst/>
          </a:prstGeom>
          <a:solidFill>
            <a:srgbClr val="9E9287"/>
          </a:solidFill>
          <a:ln w="12700" cap="flat" cmpd="sng">
            <a:solidFill>
              <a:srgbClr val="2647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6"/>
          <p:cNvSpPr/>
          <p:nvPr/>
        </p:nvSpPr>
        <p:spPr>
          <a:xfrm>
            <a:off x="4553712" y="419557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ea typeface="Calibri"/>
                <a:cs typeface="Calibri"/>
                <a:sym typeface="Calibri"/>
              </a:rPr>
              <a:t>05</a:t>
            </a:r>
            <a:endParaRPr sz="1300" b="0" i="0" u="none" strike="noStrike" cap="none">
              <a:solidFill>
                <a:schemeClr val="dk1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6"/>
          <p:cNvSpPr/>
          <p:nvPr/>
        </p:nvSpPr>
        <p:spPr>
          <a:xfrm>
            <a:off x="5102352" y="4213860"/>
            <a:ext cx="28346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42315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042315"/>
                </a:solidFill>
                <a:ea typeface="Calibri"/>
                <a:cs typeface="Calibri"/>
                <a:sym typeface="Calibri"/>
              </a:rPr>
              <a:t>Digital Trust</a:t>
            </a:r>
            <a:endParaRPr sz="1600" b="0" i="0" u="none" strike="noStrike" cap="none">
              <a:solidFill>
                <a:schemeClr val="dk1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6"/>
          <p:cNvSpPr/>
          <p:nvPr/>
        </p:nvSpPr>
        <p:spPr>
          <a:xfrm>
            <a:off x="4553712" y="4744212"/>
            <a:ext cx="329184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Identity &amp; access, Zero Trust, responsible AI, Agentic Digital Trust Services. The trust layer that lets AI scale safely.</a:t>
            </a:r>
            <a:endParaRPr sz="1100" b="0" i="0" u="none" strike="noStrike" cap="none">
              <a:solidFill>
                <a:schemeClr val="dk1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6"/>
          <p:cNvSpPr/>
          <p:nvPr/>
        </p:nvSpPr>
        <p:spPr>
          <a:xfrm>
            <a:off x="4553712" y="5430012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buClr>
                <a:srgbClr val="6CA0DC"/>
              </a:buClr>
              <a:buSzPts val="900"/>
            </a:pPr>
            <a:r>
              <a:rPr lang="en-US" sz="900" b="1" i="1" dirty="0">
                <a:solidFill>
                  <a:srgbClr val="9E9287"/>
                </a:solidFill>
                <a:ea typeface="Calibri"/>
                <a:cs typeface="Calibri"/>
                <a:sym typeface="Calibri"/>
              </a:rPr>
              <a:t>Spans all 3 pillars</a:t>
            </a:r>
            <a:endParaRPr lang="en-US" sz="900" dirty="0">
              <a:solidFill>
                <a:srgbClr val="9E9287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8193024" y="3966972"/>
            <a:ext cx="3749040" cy="178308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6D5CF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6"/>
          <p:cNvSpPr/>
          <p:nvPr/>
        </p:nvSpPr>
        <p:spPr>
          <a:xfrm>
            <a:off x="8193024" y="3966972"/>
            <a:ext cx="3749040" cy="73152"/>
          </a:xfrm>
          <a:prstGeom prst="rect">
            <a:avLst/>
          </a:prstGeom>
          <a:solidFill>
            <a:srgbClr val="042315"/>
          </a:solidFill>
          <a:ln w="12700" cap="flat" cmpd="sng">
            <a:solidFill>
              <a:srgbClr val="04231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6"/>
          <p:cNvSpPr/>
          <p:nvPr/>
        </p:nvSpPr>
        <p:spPr>
          <a:xfrm>
            <a:off x="8421624" y="4195572"/>
            <a:ext cx="457200" cy="457200"/>
          </a:xfrm>
          <a:prstGeom prst="ellipse">
            <a:avLst/>
          </a:prstGeom>
          <a:solidFill>
            <a:srgbClr val="042315"/>
          </a:solidFill>
          <a:ln w="12700" cap="flat" cmpd="sng">
            <a:solidFill>
              <a:srgbClr val="04231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6"/>
          <p:cNvSpPr/>
          <p:nvPr/>
        </p:nvSpPr>
        <p:spPr>
          <a:xfrm>
            <a:off x="8421624" y="419557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ea typeface="Calibri"/>
                <a:cs typeface="Calibri"/>
                <a:sym typeface="Calibri"/>
              </a:rPr>
              <a:t>06</a:t>
            </a:r>
            <a:endParaRPr sz="1300" b="0" i="0" u="none" strike="noStrike" cap="none">
              <a:solidFill>
                <a:schemeClr val="dk1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6"/>
          <p:cNvSpPr/>
          <p:nvPr/>
        </p:nvSpPr>
        <p:spPr>
          <a:xfrm>
            <a:off x="8970264" y="4213860"/>
            <a:ext cx="28346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42315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042315"/>
                </a:solidFill>
                <a:ea typeface="Calibri"/>
                <a:cs typeface="Calibri"/>
                <a:sym typeface="Calibri"/>
              </a:rPr>
              <a:t>Kyndryl Bridge</a:t>
            </a:r>
            <a:endParaRPr sz="1600" b="0" i="0" u="none" strike="noStrike" cap="none">
              <a:solidFill>
                <a:schemeClr val="dk1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6"/>
          <p:cNvSpPr/>
          <p:nvPr/>
        </p:nvSpPr>
        <p:spPr>
          <a:xfrm>
            <a:off x="8421624" y="4744212"/>
            <a:ext cx="329184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100"/>
              <a:buFont typeface="Calibri"/>
              <a:buNone/>
            </a:pPr>
            <a:r>
              <a:rPr lang="en-US" sz="1100" b="0" i="0" u="none" strike="noStrike" cap="none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Mission control for the AI estate </a:t>
            </a:r>
            <a:r>
              <a:rPr lang="en-US" sz="11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through </a:t>
            </a:r>
            <a:r>
              <a:rPr lang="en-US" sz="1100" b="0" i="0" u="none" strike="noStrike" cap="none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agent telemetry, workflow health, XLAs, optimization. Where deployments become operations.</a:t>
            </a:r>
            <a:endParaRPr sz="1100" b="0" i="0" u="none" strike="noStrike" cap="none" dirty="0">
              <a:solidFill>
                <a:schemeClr val="dk1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6"/>
          <p:cNvSpPr/>
          <p:nvPr/>
        </p:nvSpPr>
        <p:spPr>
          <a:xfrm>
            <a:off x="8421624" y="5430012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42315"/>
              </a:buClr>
              <a:buSzPts val="900"/>
              <a:buFont typeface="Calibri"/>
              <a:buNone/>
            </a:pPr>
            <a:r>
              <a:rPr lang="en-US" sz="900" b="1" i="1" u="none" strike="noStrike" cap="none">
                <a:solidFill>
                  <a:srgbClr val="042315"/>
                </a:solidFill>
                <a:ea typeface="Calibri"/>
                <a:cs typeface="Calibri"/>
                <a:sym typeface="Calibri"/>
              </a:rPr>
              <a:t>Anchored in Pillar 3</a:t>
            </a:r>
            <a:endParaRPr sz="900" b="0" i="0" u="none" strike="noStrike" cap="none">
              <a:solidFill>
                <a:schemeClr val="dk1"/>
              </a:solidFill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9C8FE4F7-08C1-442D-A5AB-70DACEB82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29707A"/>
                </a:solidFill>
              </a:rPr>
              <a:t>Blueprint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7BEDE9C6-6E99-7AF5-8092-E240A89FEA8A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/>
        <p:txBody>
          <a:bodyPr/>
          <a:lstStyle/>
          <a:p>
            <a:r>
              <a:rPr lang="en-US" b="1" dirty="0"/>
              <a:t>Envision the Frontier AI Operating Model: </a:t>
            </a:r>
            <a:r>
              <a:rPr lang="en-US" dirty="0"/>
              <a:t>A structured transformation engagement that aligns strategy, governance, architecture and measurable business value with Kyndryl’s Microsoft Frontier Blueprint.</a:t>
            </a:r>
          </a:p>
        </p:txBody>
      </p:sp>
      <p:sp>
        <p:nvSpPr>
          <p:cNvPr id="17" name="Google Shape;69;p5">
            <a:extLst>
              <a:ext uri="{FF2B5EF4-FFF2-40B4-BE49-F238E27FC236}">
                <a16:creationId xmlns:a16="http://schemas.microsoft.com/office/drawing/2014/main" id="{2F642CA7-9370-DA29-233E-25B753F51E3D}"/>
              </a:ext>
            </a:extLst>
          </p:cNvPr>
          <p:cNvSpPr/>
          <p:nvPr/>
        </p:nvSpPr>
        <p:spPr>
          <a:xfrm>
            <a:off x="91438" y="1277111"/>
            <a:ext cx="12045698" cy="1204476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6D5CF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54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70;p5">
            <a:extLst>
              <a:ext uri="{FF2B5EF4-FFF2-40B4-BE49-F238E27FC236}">
                <a16:creationId xmlns:a16="http://schemas.microsoft.com/office/drawing/2014/main" id="{56B1A9C1-B8CE-3237-B274-F04F887F7A95}"/>
              </a:ext>
            </a:extLst>
          </p:cNvPr>
          <p:cNvSpPr/>
          <p:nvPr/>
        </p:nvSpPr>
        <p:spPr>
          <a:xfrm>
            <a:off x="91439" y="1277112"/>
            <a:ext cx="12045698" cy="502920"/>
          </a:xfrm>
          <a:prstGeom prst="rect">
            <a:avLst/>
          </a:prstGeom>
          <a:solidFill>
            <a:srgbClr val="042315"/>
          </a:solidFill>
          <a:ln w="12700" cap="flat" cmpd="sng">
            <a:solidFill>
              <a:srgbClr val="04231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73;p5">
            <a:extLst>
              <a:ext uri="{FF2B5EF4-FFF2-40B4-BE49-F238E27FC236}">
                <a16:creationId xmlns:a16="http://schemas.microsoft.com/office/drawing/2014/main" id="{B68004CB-A45C-1E46-E017-2B4A943CF187}"/>
              </a:ext>
            </a:extLst>
          </p:cNvPr>
          <p:cNvSpPr/>
          <p:nvPr/>
        </p:nvSpPr>
        <p:spPr>
          <a:xfrm>
            <a:off x="73151" y="1277110"/>
            <a:ext cx="4178809" cy="5029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042315"/>
              </a:buClr>
              <a:buSzPts val="2600"/>
              <a:buFont typeface="Calibri"/>
              <a:buNone/>
            </a:pPr>
            <a:r>
              <a:rPr lang="en-US" sz="1400" b="1" i="0" u="none" strike="noStrike" cap="none" dirty="0">
                <a:solidFill>
                  <a:schemeClr val="bg1"/>
                </a:solidFill>
                <a:ea typeface="Calibri"/>
                <a:cs typeface="Calibri"/>
                <a:sym typeface="Calibri"/>
              </a:rPr>
              <a:t>    The Customer Challenge</a:t>
            </a:r>
            <a:endParaRPr sz="1400" b="0" i="0" u="none" strike="noStrike" cap="none" dirty="0">
              <a:solidFill>
                <a:schemeClr val="bg1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74;p5">
            <a:extLst>
              <a:ext uri="{FF2B5EF4-FFF2-40B4-BE49-F238E27FC236}">
                <a16:creationId xmlns:a16="http://schemas.microsoft.com/office/drawing/2014/main" id="{3B45D149-B471-1D7B-17F5-C2045179B9C9}"/>
              </a:ext>
            </a:extLst>
          </p:cNvPr>
          <p:cNvSpPr/>
          <p:nvPr/>
        </p:nvSpPr>
        <p:spPr>
          <a:xfrm>
            <a:off x="3612557" y="1368551"/>
            <a:ext cx="1868877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42315"/>
              </a:buClr>
              <a:buSzPts val="1300"/>
              <a:buFont typeface="Calibri"/>
              <a:buNone/>
            </a:pPr>
            <a:r>
              <a:rPr lang="en-US" sz="1200" b="0" i="1" u="none" strike="noStrike" cap="none" dirty="0">
                <a:solidFill>
                  <a:schemeClr val="bg1"/>
                </a:solidFill>
                <a:ea typeface="Calibri"/>
                <a:cs typeface="Calibri"/>
                <a:sym typeface="Calibri"/>
              </a:rPr>
              <a:t>Most organizations are:</a:t>
            </a:r>
            <a:endParaRPr sz="1200" b="0" i="0" u="none" strike="noStrike" cap="none" dirty="0">
              <a:solidFill>
                <a:schemeClr val="bg1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76;p5">
            <a:extLst>
              <a:ext uri="{FF2B5EF4-FFF2-40B4-BE49-F238E27FC236}">
                <a16:creationId xmlns:a16="http://schemas.microsoft.com/office/drawing/2014/main" id="{593C3DC0-FAF1-2EFD-40D9-3AE8179D41F7}"/>
              </a:ext>
            </a:extLst>
          </p:cNvPr>
          <p:cNvSpPr/>
          <p:nvPr/>
        </p:nvSpPr>
        <p:spPr>
          <a:xfrm>
            <a:off x="135925" y="1821427"/>
            <a:ext cx="2190275" cy="5874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Calibri"/>
              <a:buChar char="•"/>
            </a:pPr>
            <a:r>
              <a:rPr lang="en-US" sz="105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Experimenting with AI in disconnected pockets</a:t>
            </a: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Calibri"/>
              <a:buChar char="•"/>
            </a:pPr>
            <a:endParaRPr lang="en-US" sz="1050" dirty="0">
              <a:solidFill>
                <a:srgbClr val="3C3C3B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62" name="Slide Number Placeholder 1">
            <a:extLst>
              <a:ext uri="{FF2B5EF4-FFF2-40B4-BE49-F238E27FC236}">
                <a16:creationId xmlns:a16="http://schemas.microsoft.com/office/drawing/2014/main" id="{99D7DAA6-15E6-B741-A6DC-ACADBF1CCC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3726160" y="7739696"/>
            <a:ext cx="257355" cy="215947"/>
          </a:xfrm>
        </p:spPr>
        <p:txBody>
          <a:bodyPr/>
          <a:lstStyle/>
          <a:p>
            <a:fld id="{BB55D76A-9B6E-CD41-ABBE-F6C938295BAD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63" name="Google Shape;69;p5">
            <a:extLst>
              <a:ext uri="{FF2B5EF4-FFF2-40B4-BE49-F238E27FC236}">
                <a16:creationId xmlns:a16="http://schemas.microsoft.com/office/drawing/2014/main" id="{D3EFEA19-15C6-F30C-53D4-E1A5BBD41F96}"/>
              </a:ext>
            </a:extLst>
          </p:cNvPr>
          <p:cNvSpPr/>
          <p:nvPr/>
        </p:nvSpPr>
        <p:spPr>
          <a:xfrm>
            <a:off x="91438" y="2573026"/>
            <a:ext cx="2439022" cy="3732286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6D5CF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54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4" name="Google Shape;70;p5">
            <a:extLst>
              <a:ext uri="{FF2B5EF4-FFF2-40B4-BE49-F238E27FC236}">
                <a16:creationId xmlns:a16="http://schemas.microsoft.com/office/drawing/2014/main" id="{D9AEA0F5-D66C-E7A1-B909-885E92570917}"/>
              </a:ext>
            </a:extLst>
          </p:cNvPr>
          <p:cNvSpPr/>
          <p:nvPr/>
        </p:nvSpPr>
        <p:spPr>
          <a:xfrm>
            <a:off x="91438" y="2573027"/>
            <a:ext cx="2439022" cy="501149"/>
          </a:xfrm>
          <a:prstGeom prst="rect">
            <a:avLst/>
          </a:prstGeom>
          <a:solidFill>
            <a:srgbClr val="29707A"/>
          </a:solidFill>
          <a:ln w="12700" cap="flat" cmpd="sng">
            <a:solidFill>
              <a:srgbClr val="04231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bg1"/>
                </a:solidFill>
              </a:rPr>
              <a:t>1. Human-Centered Design Workshops</a:t>
            </a:r>
          </a:p>
        </p:txBody>
      </p:sp>
      <p:sp>
        <p:nvSpPr>
          <p:cNvPr id="65" name="Google Shape;74;p5">
            <a:extLst>
              <a:ext uri="{FF2B5EF4-FFF2-40B4-BE49-F238E27FC236}">
                <a16:creationId xmlns:a16="http://schemas.microsoft.com/office/drawing/2014/main" id="{0859A0C7-B9CE-585B-2ABC-03D64DAE9C2A}"/>
              </a:ext>
            </a:extLst>
          </p:cNvPr>
          <p:cNvSpPr/>
          <p:nvPr/>
        </p:nvSpPr>
        <p:spPr>
          <a:xfrm>
            <a:off x="941831" y="3286743"/>
            <a:ext cx="2398158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42315"/>
              </a:buClr>
              <a:buSzPts val="1300"/>
              <a:buFont typeface="Calibri"/>
              <a:buNone/>
            </a:pPr>
            <a:endParaRPr sz="1300" b="0" i="0" u="none" strike="noStrike" cap="none" dirty="0">
              <a:solidFill>
                <a:schemeClr val="dk1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76;p5">
            <a:extLst>
              <a:ext uri="{FF2B5EF4-FFF2-40B4-BE49-F238E27FC236}">
                <a16:creationId xmlns:a16="http://schemas.microsoft.com/office/drawing/2014/main" id="{05A7A03F-469D-CC07-53CE-C9FD0F794AB7}"/>
              </a:ext>
            </a:extLst>
          </p:cNvPr>
          <p:cNvSpPr/>
          <p:nvPr/>
        </p:nvSpPr>
        <p:spPr>
          <a:xfrm>
            <a:off x="107296" y="3106430"/>
            <a:ext cx="2419648" cy="1112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Facilitated workshops with business and IT stakeholders to:</a:t>
            </a: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</a:pPr>
            <a:endParaRPr lang="en-US" sz="900" dirty="0">
              <a:solidFill>
                <a:srgbClr val="3C3C3B"/>
              </a:solidFill>
              <a:ea typeface="Calibri"/>
              <a:cs typeface="Calibri"/>
              <a:sym typeface="Calibri"/>
            </a:endParaRP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Uncover process friction &amp; process debt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Identify high value AI &amp; agent opportunities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Map employee and customer journeys as relevant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Prioritize anchor use cases by value and feasibility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Align AI use cases to strategic business outcomes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endParaRPr lang="en-US" sz="900" dirty="0">
              <a:solidFill>
                <a:srgbClr val="3C3C3B"/>
              </a:solidFill>
              <a:ea typeface="Calibri"/>
              <a:cs typeface="Calibri"/>
              <a:sym typeface="Calibri"/>
            </a:endParaRP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Work Product: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AI Use Case Portfolio</a:t>
            </a:r>
          </a:p>
          <a:p>
            <a:pPr lvl="1">
              <a:buClr>
                <a:srgbClr val="3C3C3B"/>
              </a:buClr>
              <a:buSzPts val="1050"/>
            </a:pPr>
            <a:endParaRPr lang="en-US" sz="900" dirty="0">
              <a:solidFill>
                <a:srgbClr val="3C3C3B"/>
              </a:solidFill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Calibri"/>
              <a:buChar char="•"/>
            </a:pPr>
            <a:endParaRPr lang="en-US" sz="1000" dirty="0">
              <a:solidFill>
                <a:srgbClr val="3C3C3B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9;p5">
            <a:extLst>
              <a:ext uri="{FF2B5EF4-FFF2-40B4-BE49-F238E27FC236}">
                <a16:creationId xmlns:a16="http://schemas.microsoft.com/office/drawing/2014/main" id="{095FBFC7-8468-6BF0-842D-A2E95C316B8C}"/>
              </a:ext>
            </a:extLst>
          </p:cNvPr>
          <p:cNvSpPr/>
          <p:nvPr/>
        </p:nvSpPr>
        <p:spPr>
          <a:xfrm>
            <a:off x="2603446" y="2559834"/>
            <a:ext cx="2439022" cy="374547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6D5CF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54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/>
          </a:p>
        </p:txBody>
      </p:sp>
      <p:sp>
        <p:nvSpPr>
          <p:cNvPr id="68" name="Google Shape;70;p5">
            <a:extLst>
              <a:ext uri="{FF2B5EF4-FFF2-40B4-BE49-F238E27FC236}">
                <a16:creationId xmlns:a16="http://schemas.microsoft.com/office/drawing/2014/main" id="{FC62321D-C252-AE77-1122-FBD3705BDA80}"/>
              </a:ext>
            </a:extLst>
          </p:cNvPr>
          <p:cNvSpPr/>
          <p:nvPr/>
        </p:nvSpPr>
        <p:spPr>
          <a:xfrm>
            <a:off x="2603446" y="2559835"/>
            <a:ext cx="2439022" cy="502920"/>
          </a:xfrm>
          <a:prstGeom prst="rect">
            <a:avLst/>
          </a:prstGeom>
          <a:solidFill>
            <a:srgbClr val="29707A"/>
          </a:solidFill>
          <a:ln w="12700" cap="flat" cmpd="sng">
            <a:solidFill>
              <a:srgbClr val="04231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bg1"/>
                </a:solidFill>
              </a:rPr>
              <a:t>2. Digital Trust Baseline</a:t>
            </a:r>
          </a:p>
        </p:txBody>
      </p:sp>
      <p:sp>
        <p:nvSpPr>
          <p:cNvPr id="69" name="Google Shape;76;p5">
            <a:extLst>
              <a:ext uri="{FF2B5EF4-FFF2-40B4-BE49-F238E27FC236}">
                <a16:creationId xmlns:a16="http://schemas.microsoft.com/office/drawing/2014/main" id="{9DD26615-C255-AF3F-E3F7-90A80B682347}"/>
              </a:ext>
            </a:extLst>
          </p:cNvPr>
          <p:cNvSpPr/>
          <p:nvPr/>
        </p:nvSpPr>
        <p:spPr>
          <a:xfrm>
            <a:off x="2619304" y="3093237"/>
            <a:ext cx="2419649" cy="1116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Assess organizational readiness for: </a:t>
            </a: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</a:pPr>
            <a:endParaRPr lang="en-US" sz="900" dirty="0">
              <a:solidFill>
                <a:srgbClr val="3C3C3B"/>
              </a:solidFill>
              <a:ea typeface="Calibri"/>
              <a:cs typeface="Calibri"/>
              <a:sym typeface="Calibri"/>
            </a:endParaRP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AI Governance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Identity &amp; Access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Data Protection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Compliance Posture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Responsible AI Controls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Agent lifecycle governance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Shadow AI Risk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endParaRPr lang="en-US" sz="900" dirty="0">
              <a:solidFill>
                <a:srgbClr val="3C3C3B"/>
              </a:solidFill>
              <a:ea typeface="Calibri"/>
              <a:cs typeface="Calibri"/>
              <a:sym typeface="Calibri"/>
            </a:endParaRP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Built Around: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Microsoft 365 E5 / E7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Entra Suite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Agent 365 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Purview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Defender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Kyndryl’s Digital Trust Operations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endParaRPr lang="en-US" sz="900" dirty="0">
              <a:solidFill>
                <a:srgbClr val="3C3C3B"/>
              </a:solidFill>
              <a:ea typeface="Calibri"/>
              <a:cs typeface="Calibri"/>
              <a:sym typeface="Calibri"/>
            </a:endParaRP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Work Product: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Enterprise AI Security &amp; Governance Baseline</a:t>
            </a: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Calibri"/>
              <a:buChar char="•"/>
            </a:pPr>
            <a:endParaRPr lang="en-US" sz="1000" dirty="0">
              <a:solidFill>
                <a:srgbClr val="3C3C3B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69;p5">
            <a:extLst>
              <a:ext uri="{FF2B5EF4-FFF2-40B4-BE49-F238E27FC236}">
                <a16:creationId xmlns:a16="http://schemas.microsoft.com/office/drawing/2014/main" id="{90131819-0EA0-7867-80E6-4089318B5DD8}"/>
              </a:ext>
            </a:extLst>
          </p:cNvPr>
          <p:cNvSpPr/>
          <p:nvPr/>
        </p:nvSpPr>
        <p:spPr>
          <a:xfrm>
            <a:off x="5112105" y="2573026"/>
            <a:ext cx="2439022" cy="3732286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6D5CF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54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1" name="Google Shape;70;p5">
            <a:extLst>
              <a:ext uri="{FF2B5EF4-FFF2-40B4-BE49-F238E27FC236}">
                <a16:creationId xmlns:a16="http://schemas.microsoft.com/office/drawing/2014/main" id="{C10191F5-4518-D362-BC66-1F0E043C5F21}"/>
              </a:ext>
            </a:extLst>
          </p:cNvPr>
          <p:cNvSpPr/>
          <p:nvPr/>
        </p:nvSpPr>
        <p:spPr>
          <a:xfrm>
            <a:off x="5112105" y="2573027"/>
            <a:ext cx="2439022" cy="498871"/>
          </a:xfrm>
          <a:prstGeom prst="rect">
            <a:avLst/>
          </a:prstGeom>
          <a:solidFill>
            <a:srgbClr val="29707A"/>
          </a:solidFill>
          <a:ln w="12700" cap="flat" cmpd="sng">
            <a:solidFill>
              <a:srgbClr val="04231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bg1"/>
                </a:solidFill>
              </a:rPr>
              <a:t>3. Reference Architecture</a:t>
            </a:r>
          </a:p>
        </p:txBody>
      </p:sp>
      <p:sp>
        <p:nvSpPr>
          <p:cNvPr id="72" name="Google Shape;76;p5">
            <a:extLst>
              <a:ext uri="{FF2B5EF4-FFF2-40B4-BE49-F238E27FC236}">
                <a16:creationId xmlns:a16="http://schemas.microsoft.com/office/drawing/2014/main" id="{30A3679D-85D8-C701-5E50-108C0F17D4F8}"/>
              </a:ext>
            </a:extLst>
          </p:cNvPr>
          <p:cNvSpPr/>
          <p:nvPr/>
        </p:nvSpPr>
        <p:spPr>
          <a:xfrm>
            <a:off x="5131012" y="3106430"/>
            <a:ext cx="2419649" cy="636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Define how AI, agents, data and governance integrate across the enterprise using: </a:t>
            </a: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</a:pPr>
            <a:endParaRPr lang="en-US" sz="900" dirty="0">
              <a:solidFill>
                <a:srgbClr val="3C3C3B"/>
              </a:solidFill>
              <a:ea typeface="Calibri"/>
              <a:cs typeface="Calibri"/>
              <a:sym typeface="Calibri"/>
            </a:endParaRP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M365 Copilot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Agent 365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Copilot Studio / Foundry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Microsoft IQ</a:t>
            </a:r>
          </a:p>
          <a:p>
            <a:pPr marL="628650" lvl="1" indent="-171450"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Work IQ</a:t>
            </a:r>
          </a:p>
          <a:p>
            <a:pPr marL="628650" lvl="1" indent="-171450"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Fabric IQ</a:t>
            </a:r>
          </a:p>
          <a:p>
            <a:pPr marL="628650" lvl="1" indent="-171450"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Foundry IQ</a:t>
            </a:r>
          </a:p>
          <a:p>
            <a:pPr marL="171450" indent="-171450"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Enterprise systems &amp; data sources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endParaRPr lang="en-US" sz="900" dirty="0">
              <a:solidFill>
                <a:srgbClr val="3C3C3B"/>
              </a:solidFill>
              <a:ea typeface="Calibri"/>
              <a:cs typeface="Calibri"/>
              <a:sym typeface="Calibri"/>
            </a:endParaRP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Includes: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Connector strategy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Orchestration patterns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Observability architecture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Security overlays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endParaRPr lang="en-US" sz="900" dirty="0">
              <a:solidFill>
                <a:srgbClr val="3C3C3B"/>
              </a:solidFill>
              <a:ea typeface="Calibri"/>
              <a:cs typeface="Calibri"/>
              <a:sym typeface="Calibri"/>
            </a:endParaRP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Work Product: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Future state AI Reference Architecture</a:t>
            </a: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Calibri"/>
              <a:buChar char="•"/>
            </a:pPr>
            <a:endParaRPr lang="en-US" sz="1050" dirty="0">
              <a:solidFill>
                <a:srgbClr val="3C3C3B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69;p5">
            <a:extLst>
              <a:ext uri="{FF2B5EF4-FFF2-40B4-BE49-F238E27FC236}">
                <a16:creationId xmlns:a16="http://schemas.microsoft.com/office/drawing/2014/main" id="{9233F3CF-3AC2-B751-8D63-29F42BF43A1C}"/>
              </a:ext>
            </a:extLst>
          </p:cNvPr>
          <p:cNvSpPr/>
          <p:nvPr/>
        </p:nvSpPr>
        <p:spPr>
          <a:xfrm>
            <a:off x="7605991" y="2573026"/>
            <a:ext cx="2245762" cy="3732285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6D5CF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54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4" name="Google Shape;70;p5">
            <a:extLst>
              <a:ext uri="{FF2B5EF4-FFF2-40B4-BE49-F238E27FC236}">
                <a16:creationId xmlns:a16="http://schemas.microsoft.com/office/drawing/2014/main" id="{3E96D2B1-1B11-599B-C56F-9A287F79FF80}"/>
              </a:ext>
            </a:extLst>
          </p:cNvPr>
          <p:cNvSpPr/>
          <p:nvPr/>
        </p:nvSpPr>
        <p:spPr>
          <a:xfrm>
            <a:off x="7605991" y="2573027"/>
            <a:ext cx="2245762" cy="502920"/>
          </a:xfrm>
          <a:prstGeom prst="rect">
            <a:avLst/>
          </a:prstGeom>
          <a:solidFill>
            <a:srgbClr val="29707A"/>
          </a:solidFill>
          <a:ln w="12700" cap="flat" cmpd="sng">
            <a:solidFill>
              <a:srgbClr val="04231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bg1"/>
                </a:solidFill>
              </a:rPr>
              <a:t>4. Value Model</a:t>
            </a:r>
          </a:p>
        </p:txBody>
      </p:sp>
      <p:sp>
        <p:nvSpPr>
          <p:cNvPr id="75" name="Google Shape;76;p5">
            <a:extLst>
              <a:ext uri="{FF2B5EF4-FFF2-40B4-BE49-F238E27FC236}">
                <a16:creationId xmlns:a16="http://schemas.microsoft.com/office/drawing/2014/main" id="{F9960BBD-8FDA-CDBA-B415-26F003091578}"/>
              </a:ext>
            </a:extLst>
          </p:cNvPr>
          <p:cNvSpPr/>
          <p:nvPr/>
        </p:nvSpPr>
        <p:spPr>
          <a:xfrm>
            <a:off x="7605991" y="3106429"/>
            <a:ext cx="2245762" cy="1116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Create board-ready business cases for anchor use cases: </a:t>
            </a: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</a:pPr>
            <a:endParaRPr lang="en-US" sz="900" dirty="0">
              <a:solidFill>
                <a:srgbClr val="3C3C3B"/>
              </a:solidFill>
              <a:ea typeface="Calibri"/>
              <a:cs typeface="Calibri"/>
              <a:sym typeface="Calibri"/>
            </a:endParaRP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Productivity gains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Cycle time reduction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Cost-to-serve</a:t>
            </a: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 reduction</a:t>
            </a:r>
            <a:endParaRPr lang="en-US" sz="900">
              <a:solidFill>
                <a:srgbClr val="3C3C3B"/>
              </a:solidFill>
              <a:ea typeface="Calibri"/>
              <a:cs typeface="Calibri"/>
            </a:endParaRP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Employee or Customer experience impact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Consumption projections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endParaRPr lang="en-US" sz="900" dirty="0">
              <a:solidFill>
                <a:srgbClr val="3C3C3B"/>
              </a:solidFill>
              <a:ea typeface="Calibri"/>
              <a:cs typeface="Calibri"/>
              <a:sym typeface="Calibri"/>
            </a:endParaRP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Work Product: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AI Value Realization Model</a:t>
            </a: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Calibri"/>
              <a:buChar char="•"/>
            </a:pPr>
            <a:endParaRPr lang="en-US" sz="1000" dirty="0">
              <a:solidFill>
                <a:srgbClr val="3C3C3B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69;p5">
            <a:extLst>
              <a:ext uri="{FF2B5EF4-FFF2-40B4-BE49-F238E27FC236}">
                <a16:creationId xmlns:a16="http://schemas.microsoft.com/office/drawing/2014/main" id="{6923B907-944E-1F8C-F7DC-61C861DE3C88}"/>
              </a:ext>
            </a:extLst>
          </p:cNvPr>
          <p:cNvSpPr/>
          <p:nvPr/>
        </p:nvSpPr>
        <p:spPr>
          <a:xfrm>
            <a:off x="9906617" y="2573027"/>
            <a:ext cx="2245762" cy="3732284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6D5CF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54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7" name="Google Shape;70;p5">
            <a:extLst>
              <a:ext uri="{FF2B5EF4-FFF2-40B4-BE49-F238E27FC236}">
                <a16:creationId xmlns:a16="http://schemas.microsoft.com/office/drawing/2014/main" id="{19A247DC-23D5-4167-A464-7AAFE4647882}"/>
              </a:ext>
            </a:extLst>
          </p:cNvPr>
          <p:cNvSpPr/>
          <p:nvPr/>
        </p:nvSpPr>
        <p:spPr>
          <a:xfrm>
            <a:off x="9906617" y="2573026"/>
            <a:ext cx="2245762" cy="512065"/>
          </a:xfrm>
          <a:prstGeom prst="rect">
            <a:avLst/>
          </a:prstGeom>
          <a:solidFill>
            <a:srgbClr val="29707A"/>
          </a:solidFill>
          <a:ln w="12700" cap="flat" cmpd="sng">
            <a:solidFill>
              <a:srgbClr val="04231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bg1"/>
                </a:solidFill>
              </a:rPr>
              <a:t>5. Operating Model</a:t>
            </a:r>
          </a:p>
        </p:txBody>
      </p:sp>
      <p:sp>
        <p:nvSpPr>
          <p:cNvPr id="78" name="Google Shape;76;p5">
            <a:extLst>
              <a:ext uri="{FF2B5EF4-FFF2-40B4-BE49-F238E27FC236}">
                <a16:creationId xmlns:a16="http://schemas.microsoft.com/office/drawing/2014/main" id="{565B1C2C-666A-783D-D884-55970DA4FE36}"/>
              </a:ext>
            </a:extLst>
          </p:cNvPr>
          <p:cNvSpPr/>
          <p:nvPr/>
        </p:nvSpPr>
        <p:spPr>
          <a:xfrm>
            <a:off x="9924454" y="3106430"/>
            <a:ext cx="2227924" cy="636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Establish: </a:t>
            </a: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</a:pPr>
            <a:endParaRPr lang="en-US" sz="900" dirty="0">
              <a:solidFill>
                <a:srgbClr val="3C3C3B"/>
              </a:solidFill>
              <a:ea typeface="Calibri"/>
              <a:cs typeface="Calibri"/>
              <a:sym typeface="Calibri"/>
            </a:endParaRP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AI Governance Council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Ownership Model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Delivery Model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Agent lifecycle operations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AI support model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Adoption &amp; Change Management Strategy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ME7 / A365 &amp; Agent Consumption Roadmap</a:t>
            </a: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</a:pPr>
            <a:endParaRPr lang="en-US" sz="900" dirty="0">
              <a:solidFill>
                <a:srgbClr val="3C3C3B"/>
              </a:solidFill>
              <a:ea typeface="Calibri"/>
              <a:cs typeface="Calibri"/>
              <a:sym typeface="Calibri"/>
            </a:endParaRP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Work Product: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Enterprise AI Operating Model</a:t>
            </a: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Calibri"/>
              <a:buChar char="•"/>
            </a:pPr>
            <a:endParaRPr lang="en-US" sz="1000" dirty="0">
              <a:solidFill>
                <a:srgbClr val="3C3C3B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6;p5">
            <a:extLst>
              <a:ext uri="{FF2B5EF4-FFF2-40B4-BE49-F238E27FC236}">
                <a16:creationId xmlns:a16="http://schemas.microsoft.com/office/drawing/2014/main" id="{D08F60EC-114C-0C71-803A-4FF2FC738B0E}"/>
              </a:ext>
            </a:extLst>
          </p:cNvPr>
          <p:cNvSpPr/>
          <p:nvPr/>
        </p:nvSpPr>
        <p:spPr>
          <a:xfrm>
            <a:off x="2456686" y="1826526"/>
            <a:ext cx="2090310" cy="5874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Calibri"/>
              <a:buChar char="•"/>
            </a:pPr>
            <a:r>
              <a:rPr lang="en-US" sz="105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Struggling to prioritize enterprise use cases</a:t>
            </a: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Calibri"/>
              <a:buChar char="•"/>
            </a:pPr>
            <a:endParaRPr lang="en-US" sz="1050" dirty="0">
              <a:solidFill>
                <a:srgbClr val="3C3C3B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76;p5">
            <a:extLst>
              <a:ext uri="{FF2B5EF4-FFF2-40B4-BE49-F238E27FC236}">
                <a16:creationId xmlns:a16="http://schemas.microsoft.com/office/drawing/2014/main" id="{CA387E1D-C84D-2B09-2DB9-099807A74140}"/>
              </a:ext>
            </a:extLst>
          </p:cNvPr>
          <p:cNvSpPr/>
          <p:nvPr/>
        </p:nvSpPr>
        <p:spPr>
          <a:xfrm>
            <a:off x="4740256" y="1821427"/>
            <a:ext cx="2090311" cy="5874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Calibri"/>
              <a:buChar char="•"/>
            </a:pPr>
            <a:r>
              <a:rPr lang="en-US" sz="105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Lacking governance for agents and autonomous workflows</a:t>
            </a: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Calibri"/>
              <a:buChar char="•"/>
            </a:pPr>
            <a:endParaRPr lang="en-US" sz="1050" dirty="0">
              <a:solidFill>
                <a:srgbClr val="3C3C3B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76;p5">
            <a:extLst>
              <a:ext uri="{FF2B5EF4-FFF2-40B4-BE49-F238E27FC236}">
                <a16:creationId xmlns:a16="http://schemas.microsoft.com/office/drawing/2014/main" id="{A9796503-6960-283C-59A3-3F72DE90BE35}"/>
              </a:ext>
            </a:extLst>
          </p:cNvPr>
          <p:cNvSpPr/>
          <p:nvPr/>
        </p:nvSpPr>
        <p:spPr>
          <a:xfrm>
            <a:off x="7296293" y="1821427"/>
            <a:ext cx="2380488" cy="5874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Calibri"/>
              <a:buChar char="•"/>
            </a:pPr>
            <a:r>
              <a:rPr lang="en-US" sz="105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Unable to connect AI investments to measurable business outcomes</a:t>
            </a: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Calibri"/>
              <a:buChar char="•"/>
            </a:pPr>
            <a:endParaRPr lang="en-US" sz="1050" dirty="0">
              <a:solidFill>
                <a:srgbClr val="3C3C3B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76;p5">
            <a:extLst>
              <a:ext uri="{FF2B5EF4-FFF2-40B4-BE49-F238E27FC236}">
                <a16:creationId xmlns:a16="http://schemas.microsoft.com/office/drawing/2014/main" id="{4448BCF0-5337-4E7B-0D2E-AEF86ED188A2}"/>
              </a:ext>
            </a:extLst>
          </p:cNvPr>
          <p:cNvSpPr/>
          <p:nvPr/>
        </p:nvSpPr>
        <p:spPr>
          <a:xfrm>
            <a:off x="9870041" y="1821427"/>
            <a:ext cx="2277471" cy="5874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Calibri"/>
              <a:buChar char="•"/>
            </a:pPr>
            <a:r>
              <a:rPr lang="en-US" sz="105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Missing an operating model for AI at scale</a:t>
            </a: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Calibri"/>
              <a:buChar char="•"/>
            </a:pPr>
            <a:endParaRPr lang="en-US" sz="1050" dirty="0">
              <a:solidFill>
                <a:srgbClr val="3C3C3B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88" name="Text Placeholder 11">
            <a:extLst>
              <a:ext uri="{FF2B5EF4-FFF2-40B4-BE49-F238E27FC236}">
                <a16:creationId xmlns:a16="http://schemas.microsoft.com/office/drawing/2014/main" id="{D17337BD-C468-3D21-6B02-2EC4192C4B80}"/>
              </a:ext>
            </a:extLst>
          </p:cNvPr>
          <p:cNvSpPr txBox="1">
            <a:spLocks/>
          </p:cNvSpPr>
          <p:nvPr/>
        </p:nvSpPr>
        <p:spPr>
          <a:xfrm>
            <a:off x="1292022" y="6498817"/>
            <a:ext cx="10439966" cy="3108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Font typeface="Arial" panose="020B0604020202020204" pitchFamily="34" charset="0"/>
              <a:buNone/>
              <a:defRPr lang="en-US" sz="1400" b="0" i="0" kern="1200" dirty="0" smtClean="0">
                <a:solidFill>
                  <a:srgbClr val="3D3C3C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1pPr>
            <a:lvl2pPr marL="514350" indent="-225425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lang="en-US" sz="1400" b="0" i="0" kern="1200" dirty="0" smtClean="0">
                <a:solidFill>
                  <a:schemeClr val="tx2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2pPr>
            <a:lvl3pPr marL="4572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None/>
              <a:tabLst/>
              <a:defRPr lang="en-US" sz="1400" b="0" i="0" kern="1200" dirty="0" smtClean="0">
                <a:solidFill>
                  <a:schemeClr val="tx2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 marL="1030288" indent="-288925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2"/>
              </a:buClr>
              <a:buFont typeface="System Font Regular"/>
              <a:buChar char="–"/>
              <a:tabLst/>
              <a:defRPr lang="en-US" sz="1400" b="0" i="0" kern="1200" dirty="0" smtClean="0">
                <a:solidFill>
                  <a:schemeClr val="tx2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4pPr>
            <a:lvl5pPr marL="1257300" indent="-2143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lang="en-US" sz="1400" b="0" i="0" kern="1200" dirty="0">
                <a:solidFill>
                  <a:schemeClr val="tx2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dirty="0"/>
              <a:t>The Blueprint </a:t>
            </a:r>
            <a:r>
              <a:rPr lang="en-US" sz="1000" dirty="0"/>
              <a:t>becomes the strategic artifact the CIO, business leaders and board align around for multi-year AI transformation.</a:t>
            </a:r>
          </a:p>
        </p:txBody>
      </p:sp>
      <p:sp>
        <p:nvSpPr>
          <p:cNvPr id="89" name="Google Shape;72;p5">
            <a:extLst>
              <a:ext uri="{FF2B5EF4-FFF2-40B4-BE49-F238E27FC236}">
                <a16:creationId xmlns:a16="http://schemas.microsoft.com/office/drawing/2014/main" id="{BE187646-9B07-EEA8-9133-10CB4861AE13}"/>
              </a:ext>
            </a:extLst>
          </p:cNvPr>
          <p:cNvSpPr/>
          <p:nvPr/>
        </p:nvSpPr>
        <p:spPr>
          <a:xfrm>
            <a:off x="11690312" y="164899"/>
            <a:ext cx="914400" cy="3789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42315"/>
              </a:buClr>
              <a:buSzPts val="2800"/>
              <a:buFont typeface="Calibri"/>
              <a:buNone/>
            </a:pPr>
            <a:r>
              <a:rPr lang="en-US" sz="2000" b="1" i="0" u="none" strike="noStrike" cap="none" dirty="0">
                <a:solidFill>
                  <a:srgbClr val="29707A"/>
                </a:solidFill>
                <a:ea typeface="Calibri"/>
                <a:cs typeface="Calibri"/>
                <a:sym typeface="Calibri"/>
              </a:rPr>
              <a:t>01</a:t>
            </a:r>
            <a:endParaRPr sz="2000" b="0" i="0" u="none" strike="noStrike" cap="none" dirty="0">
              <a:solidFill>
                <a:srgbClr val="29707A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90" name="Title 10">
            <a:extLst>
              <a:ext uri="{FF2B5EF4-FFF2-40B4-BE49-F238E27FC236}">
                <a16:creationId xmlns:a16="http://schemas.microsoft.com/office/drawing/2014/main" id="{B3089A05-DDB4-C25A-7772-DAAEA2B1840E}"/>
              </a:ext>
            </a:extLst>
          </p:cNvPr>
          <p:cNvSpPr txBox="1">
            <a:spLocks/>
          </p:cNvSpPr>
          <p:nvPr/>
        </p:nvSpPr>
        <p:spPr>
          <a:xfrm>
            <a:off x="10906197" y="234871"/>
            <a:ext cx="1438203" cy="28107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0" i="0" kern="1200">
                <a:solidFill>
                  <a:srgbClr val="FF462D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1pPr>
          </a:lstStyle>
          <a:p>
            <a:r>
              <a:rPr lang="en-US" sz="1400" dirty="0">
                <a:solidFill>
                  <a:srgbClr val="29707A"/>
                </a:solidFill>
              </a:rPr>
              <a:t>Envision</a:t>
            </a:r>
          </a:p>
        </p:txBody>
      </p:sp>
    </p:spTree>
    <p:extLst>
      <p:ext uri="{BB962C8B-B14F-4D97-AF65-F5344CB8AC3E}">
        <p14:creationId xmlns:p14="http://schemas.microsoft.com/office/powerpoint/2010/main" val="31995185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5A6527-0250-7DB2-B69D-50B5B483FC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A2968E07-658F-62EC-B355-152C364EE5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01844013-941A-6DC2-6322-1BA8855446B7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/>
        <p:txBody>
          <a:bodyPr/>
          <a:lstStyle/>
          <a:p>
            <a:r>
              <a:rPr lang="en-US" b="1" dirty="0"/>
              <a:t>Build the Intelligent Enterprise: </a:t>
            </a:r>
            <a:r>
              <a:rPr lang="en-US" dirty="0"/>
              <a:t>Deploy AI, agents and intelligent workflows directly into the flow of work.</a:t>
            </a:r>
          </a:p>
        </p:txBody>
      </p:sp>
      <p:sp>
        <p:nvSpPr>
          <p:cNvPr id="17" name="Google Shape;69;p5">
            <a:extLst>
              <a:ext uri="{FF2B5EF4-FFF2-40B4-BE49-F238E27FC236}">
                <a16:creationId xmlns:a16="http://schemas.microsoft.com/office/drawing/2014/main" id="{4AF6BA8E-19CF-1EE0-BC7E-090A50C61CC8}"/>
              </a:ext>
            </a:extLst>
          </p:cNvPr>
          <p:cNvSpPr/>
          <p:nvPr/>
        </p:nvSpPr>
        <p:spPr>
          <a:xfrm>
            <a:off x="91438" y="1277111"/>
            <a:ext cx="12045698" cy="1204476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6D5CF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54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70;p5">
            <a:extLst>
              <a:ext uri="{FF2B5EF4-FFF2-40B4-BE49-F238E27FC236}">
                <a16:creationId xmlns:a16="http://schemas.microsoft.com/office/drawing/2014/main" id="{C09D6627-1DFF-BBF8-A8EC-480A85701702}"/>
              </a:ext>
            </a:extLst>
          </p:cNvPr>
          <p:cNvSpPr/>
          <p:nvPr/>
        </p:nvSpPr>
        <p:spPr>
          <a:xfrm>
            <a:off x="91439" y="1277112"/>
            <a:ext cx="12045698" cy="502920"/>
          </a:xfrm>
          <a:prstGeom prst="rect">
            <a:avLst/>
          </a:prstGeom>
          <a:solidFill>
            <a:srgbClr val="042315"/>
          </a:solidFill>
          <a:ln w="12700" cap="flat" cmpd="sng">
            <a:solidFill>
              <a:srgbClr val="04231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73;p5">
            <a:extLst>
              <a:ext uri="{FF2B5EF4-FFF2-40B4-BE49-F238E27FC236}">
                <a16:creationId xmlns:a16="http://schemas.microsoft.com/office/drawing/2014/main" id="{032B1FDD-01BE-6048-52E7-669245E28064}"/>
              </a:ext>
            </a:extLst>
          </p:cNvPr>
          <p:cNvSpPr/>
          <p:nvPr/>
        </p:nvSpPr>
        <p:spPr>
          <a:xfrm>
            <a:off x="73151" y="1277110"/>
            <a:ext cx="4178809" cy="5029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042315"/>
              </a:buClr>
              <a:buSzPts val="2600"/>
              <a:buFont typeface="Calibri"/>
              <a:buNone/>
            </a:pPr>
            <a:r>
              <a:rPr lang="en-US" sz="1400" b="1" i="0" u="none" strike="noStrike" cap="none" dirty="0">
                <a:solidFill>
                  <a:schemeClr val="bg1"/>
                </a:solidFill>
                <a:ea typeface="Calibri"/>
                <a:cs typeface="Calibri"/>
                <a:sym typeface="Calibri"/>
              </a:rPr>
              <a:t>    The Customer Challenge</a:t>
            </a:r>
            <a:endParaRPr sz="1400" b="0" i="0" u="none" strike="noStrike" cap="none" dirty="0">
              <a:solidFill>
                <a:schemeClr val="bg1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74;p5">
            <a:extLst>
              <a:ext uri="{FF2B5EF4-FFF2-40B4-BE49-F238E27FC236}">
                <a16:creationId xmlns:a16="http://schemas.microsoft.com/office/drawing/2014/main" id="{59049C02-2776-5924-56F2-B2FC11245D20}"/>
              </a:ext>
            </a:extLst>
          </p:cNvPr>
          <p:cNvSpPr/>
          <p:nvPr/>
        </p:nvSpPr>
        <p:spPr>
          <a:xfrm>
            <a:off x="3612557" y="1368551"/>
            <a:ext cx="1868877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42315"/>
              </a:buClr>
              <a:buSzPts val="1300"/>
              <a:buFont typeface="Calibri"/>
              <a:buNone/>
            </a:pPr>
            <a:r>
              <a:rPr lang="en-US" sz="1200" b="0" i="1" u="none" strike="noStrike" cap="none" dirty="0">
                <a:solidFill>
                  <a:schemeClr val="bg1"/>
                </a:solidFill>
                <a:ea typeface="Calibri"/>
                <a:cs typeface="Calibri"/>
                <a:sym typeface="Calibri"/>
              </a:rPr>
              <a:t>Most organizations have:</a:t>
            </a:r>
            <a:endParaRPr sz="1200" b="0" i="0" u="none" strike="noStrike" cap="none" dirty="0">
              <a:solidFill>
                <a:schemeClr val="bg1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76;p5">
            <a:extLst>
              <a:ext uri="{FF2B5EF4-FFF2-40B4-BE49-F238E27FC236}">
                <a16:creationId xmlns:a16="http://schemas.microsoft.com/office/drawing/2014/main" id="{49D7A14F-F2A7-44E8-4F83-1F4D2EA83B1C}"/>
              </a:ext>
            </a:extLst>
          </p:cNvPr>
          <p:cNvSpPr/>
          <p:nvPr/>
        </p:nvSpPr>
        <p:spPr>
          <a:xfrm>
            <a:off x="135925" y="1821427"/>
            <a:ext cx="2190275" cy="5874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Calibri"/>
              <a:buChar char="•"/>
            </a:pPr>
            <a:r>
              <a:rPr lang="en-US" sz="105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Isolated AI pilots with limited scale</a:t>
            </a: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Calibri"/>
              <a:buChar char="•"/>
            </a:pPr>
            <a:endParaRPr lang="en-US" sz="1050" dirty="0">
              <a:solidFill>
                <a:srgbClr val="3C3C3B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62" name="Slide Number Placeholder 1">
            <a:extLst>
              <a:ext uri="{FF2B5EF4-FFF2-40B4-BE49-F238E27FC236}">
                <a16:creationId xmlns:a16="http://schemas.microsoft.com/office/drawing/2014/main" id="{7F9183E3-CB03-5E15-2694-A7AEC01FFB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3726160" y="7739696"/>
            <a:ext cx="257355" cy="215947"/>
          </a:xfrm>
        </p:spPr>
        <p:txBody>
          <a:bodyPr/>
          <a:lstStyle/>
          <a:p>
            <a:fld id="{BB55D76A-9B6E-CD41-ABBE-F6C938295BAD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63" name="Google Shape;69;p5">
            <a:extLst>
              <a:ext uri="{FF2B5EF4-FFF2-40B4-BE49-F238E27FC236}">
                <a16:creationId xmlns:a16="http://schemas.microsoft.com/office/drawing/2014/main" id="{1F7ADF8D-7EB1-7C3F-0ADD-ED88050935A0}"/>
              </a:ext>
            </a:extLst>
          </p:cNvPr>
          <p:cNvSpPr/>
          <p:nvPr/>
        </p:nvSpPr>
        <p:spPr>
          <a:xfrm>
            <a:off x="91438" y="2573026"/>
            <a:ext cx="2439022" cy="3691781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6D5CF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54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4" name="Google Shape;70;p5">
            <a:extLst>
              <a:ext uri="{FF2B5EF4-FFF2-40B4-BE49-F238E27FC236}">
                <a16:creationId xmlns:a16="http://schemas.microsoft.com/office/drawing/2014/main" id="{92BFD7E0-AF2E-C32D-8FC5-37289AE56E92}"/>
              </a:ext>
            </a:extLst>
          </p:cNvPr>
          <p:cNvSpPr/>
          <p:nvPr/>
        </p:nvSpPr>
        <p:spPr>
          <a:xfrm>
            <a:off x="91438" y="2573027"/>
            <a:ext cx="2439022" cy="501149"/>
          </a:xfrm>
          <a:prstGeom prst="rect">
            <a:avLst/>
          </a:prstGeom>
          <a:solidFill>
            <a:srgbClr val="FF462D"/>
          </a:solidFill>
          <a:ln w="12700" cap="flat" cmpd="sng">
            <a:solidFill>
              <a:srgbClr val="04231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bg1"/>
                </a:solidFill>
              </a:rPr>
              <a:t>1. Agent Factory Delivery</a:t>
            </a:r>
          </a:p>
        </p:txBody>
      </p:sp>
      <p:sp>
        <p:nvSpPr>
          <p:cNvPr id="65" name="Google Shape;74;p5">
            <a:extLst>
              <a:ext uri="{FF2B5EF4-FFF2-40B4-BE49-F238E27FC236}">
                <a16:creationId xmlns:a16="http://schemas.microsoft.com/office/drawing/2014/main" id="{9AF47C5B-39D1-CB64-DFBD-6A3A3A2D0A93}"/>
              </a:ext>
            </a:extLst>
          </p:cNvPr>
          <p:cNvSpPr/>
          <p:nvPr/>
        </p:nvSpPr>
        <p:spPr>
          <a:xfrm>
            <a:off x="941831" y="3286743"/>
            <a:ext cx="2398158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42315"/>
              </a:buClr>
              <a:buSzPts val="1300"/>
              <a:buFont typeface="Calibri"/>
              <a:buNone/>
            </a:pPr>
            <a:endParaRPr sz="1300" b="0" i="0" u="none" strike="noStrike" cap="none" dirty="0">
              <a:solidFill>
                <a:schemeClr val="dk1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76;p5">
            <a:extLst>
              <a:ext uri="{FF2B5EF4-FFF2-40B4-BE49-F238E27FC236}">
                <a16:creationId xmlns:a16="http://schemas.microsoft.com/office/drawing/2014/main" id="{69B9DEB5-24BE-A078-3263-6F01672263EA}"/>
              </a:ext>
            </a:extLst>
          </p:cNvPr>
          <p:cNvSpPr/>
          <p:nvPr/>
        </p:nvSpPr>
        <p:spPr>
          <a:xfrm>
            <a:off x="107296" y="3106430"/>
            <a:ext cx="2419648" cy="1112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Engineer and deploy enterprise AI agents:</a:t>
            </a: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</a:pPr>
            <a:endParaRPr lang="en-US" sz="900" dirty="0">
              <a:solidFill>
                <a:srgbClr val="3C3C3B"/>
              </a:solidFill>
              <a:ea typeface="Calibri"/>
              <a:cs typeface="Calibri"/>
              <a:sym typeface="Calibri"/>
            </a:endParaRP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Custom Agent Engineering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Human + agent orchestration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Outcome engineering for business process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Enterprise workflow automation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Continuous innovation backlog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endParaRPr lang="en-US" sz="900" dirty="0">
              <a:solidFill>
                <a:srgbClr val="3C3C3B"/>
              </a:solidFill>
              <a:ea typeface="Calibri"/>
              <a:cs typeface="Calibri"/>
              <a:sym typeface="Calibri"/>
            </a:endParaRP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Powered by: 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Copilot Studio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Azure AI Foundry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Agent 365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 err="1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Kyndry’s</a:t>
            </a: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 Agentic Framework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endParaRPr lang="en-US" sz="900" dirty="0">
              <a:solidFill>
                <a:srgbClr val="3C3C3B"/>
              </a:solidFill>
              <a:ea typeface="Calibri"/>
              <a:cs typeface="Calibri"/>
              <a:sym typeface="Calibri"/>
            </a:endParaRPr>
          </a:p>
          <a:p>
            <a:pPr lvl="1">
              <a:buClr>
                <a:srgbClr val="3C3C3B"/>
              </a:buClr>
              <a:buSzPts val="1050"/>
            </a:pPr>
            <a:endParaRPr lang="en-US" sz="900" dirty="0">
              <a:solidFill>
                <a:srgbClr val="3C3C3B"/>
              </a:solidFill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Calibri"/>
              <a:buChar char="•"/>
            </a:pPr>
            <a:endParaRPr lang="en-US" sz="1000" dirty="0">
              <a:solidFill>
                <a:srgbClr val="3C3C3B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9;p5">
            <a:extLst>
              <a:ext uri="{FF2B5EF4-FFF2-40B4-BE49-F238E27FC236}">
                <a16:creationId xmlns:a16="http://schemas.microsoft.com/office/drawing/2014/main" id="{AE5F0B7D-E511-6AC2-C200-6DE4B5F18574}"/>
              </a:ext>
            </a:extLst>
          </p:cNvPr>
          <p:cNvSpPr/>
          <p:nvPr/>
        </p:nvSpPr>
        <p:spPr>
          <a:xfrm>
            <a:off x="2603446" y="2529352"/>
            <a:ext cx="2439022" cy="3735455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6D5CF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54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/>
          </a:p>
        </p:txBody>
      </p:sp>
      <p:sp>
        <p:nvSpPr>
          <p:cNvPr id="68" name="Google Shape;70;p5">
            <a:extLst>
              <a:ext uri="{FF2B5EF4-FFF2-40B4-BE49-F238E27FC236}">
                <a16:creationId xmlns:a16="http://schemas.microsoft.com/office/drawing/2014/main" id="{E0FC8D4B-B57A-CFBF-62AF-A83DC797286F}"/>
              </a:ext>
            </a:extLst>
          </p:cNvPr>
          <p:cNvSpPr/>
          <p:nvPr/>
        </p:nvSpPr>
        <p:spPr>
          <a:xfrm>
            <a:off x="2603446" y="2559835"/>
            <a:ext cx="2439022" cy="502920"/>
          </a:xfrm>
          <a:prstGeom prst="rect">
            <a:avLst/>
          </a:prstGeom>
          <a:solidFill>
            <a:srgbClr val="FF462D"/>
          </a:solidFill>
          <a:ln w="12700" cap="flat" cmpd="sng">
            <a:solidFill>
              <a:srgbClr val="04231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bg1"/>
                </a:solidFill>
              </a:rPr>
              <a:t>2. Connected Intelligence</a:t>
            </a:r>
          </a:p>
        </p:txBody>
      </p:sp>
      <p:sp>
        <p:nvSpPr>
          <p:cNvPr id="69" name="Google Shape;76;p5">
            <a:extLst>
              <a:ext uri="{FF2B5EF4-FFF2-40B4-BE49-F238E27FC236}">
                <a16:creationId xmlns:a16="http://schemas.microsoft.com/office/drawing/2014/main" id="{BB230616-3F8D-1A2C-B138-F2180DA5BF36}"/>
              </a:ext>
            </a:extLst>
          </p:cNvPr>
          <p:cNvSpPr/>
          <p:nvPr/>
        </p:nvSpPr>
        <p:spPr>
          <a:xfrm>
            <a:off x="2619304" y="3093237"/>
            <a:ext cx="2419649" cy="1116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Ground AI in Enterprise knowledge and context:</a:t>
            </a: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</a:pPr>
            <a:endParaRPr lang="en-US" sz="900" dirty="0">
              <a:solidFill>
                <a:srgbClr val="3C3C3B"/>
              </a:solidFill>
              <a:ea typeface="Calibri"/>
              <a:cs typeface="Calibri"/>
              <a:sym typeface="Calibri"/>
            </a:endParaRP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Microsoft IQ activation strategy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Work IQ enterprise grounding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Graph Connector integration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Context-Aware AI experiences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Secure data access alignment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Intelligent Search &amp; retrieval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Migration (SharePoint/File Server, </a:t>
            </a:r>
            <a:r>
              <a:rPr lang="en-US" sz="900" dirty="0" err="1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etc</a:t>
            </a: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)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endParaRPr lang="en-US" sz="900" dirty="0">
              <a:solidFill>
                <a:srgbClr val="3C3C3B"/>
              </a:solidFill>
              <a:ea typeface="Calibri"/>
              <a:cs typeface="Calibri"/>
              <a:sym typeface="Calibri"/>
            </a:endParaRP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Powered by:</a:t>
            </a:r>
          </a:p>
          <a:p>
            <a:pPr marL="171450" indent="-171450"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Work IQ</a:t>
            </a:r>
          </a:p>
          <a:p>
            <a:pPr marL="171450" indent="-171450"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Fabric IQ</a:t>
            </a:r>
          </a:p>
          <a:p>
            <a:pPr marL="171450" indent="-171450"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Microsoft Graph</a:t>
            </a:r>
          </a:p>
          <a:p>
            <a:pPr marL="171450" indent="-171450"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Dataverse</a:t>
            </a:r>
          </a:p>
        </p:txBody>
      </p:sp>
      <p:sp>
        <p:nvSpPr>
          <p:cNvPr id="70" name="Google Shape;69;p5">
            <a:extLst>
              <a:ext uri="{FF2B5EF4-FFF2-40B4-BE49-F238E27FC236}">
                <a16:creationId xmlns:a16="http://schemas.microsoft.com/office/drawing/2014/main" id="{09C323C3-30E3-B550-CF48-7560737C466C}"/>
              </a:ext>
            </a:extLst>
          </p:cNvPr>
          <p:cNvSpPr/>
          <p:nvPr/>
        </p:nvSpPr>
        <p:spPr>
          <a:xfrm>
            <a:off x="5112105" y="2573025"/>
            <a:ext cx="2439022" cy="3691783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6D5CF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54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1" name="Google Shape;70;p5">
            <a:extLst>
              <a:ext uri="{FF2B5EF4-FFF2-40B4-BE49-F238E27FC236}">
                <a16:creationId xmlns:a16="http://schemas.microsoft.com/office/drawing/2014/main" id="{03B193D5-E689-B4B9-5FEC-32B764D724F9}"/>
              </a:ext>
            </a:extLst>
          </p:cNvPr>
          <p:cNvSpPr/>
          <p:nvPr/>
        </p:nvSpPr>
        <p:spPr>
          <a:xfrm>
            <a:off x="5112105" y="2573027"/>
            <a:ext cx="2439022" cy="498871"/>
          </a:xfrm>
          <a:prstGeom prst="rect">
            <a:avLst/>
          </a:prstGeom>
          <a:solidFill>
            <a:srgbClr val="FF462D"/>
          </a:solidFill>
          <a:ln w="12700" cap="flat" cmpd="sng">
            <a:solidFill>
              <a:srgbClr val="04231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bg1"/>
                </a:solidFill>
              </a:rPr>
              <a:t>3. Copilot &amp; Agent Adoption</a:t>
            </a:r>
          </a:p>
        </p:txBody>
      </p:sp>
      <p:sp>
        <p:nvSpPr>
          <p:cNvPr id="72" name="Google Shape;76;p5">
            <a:extLst>
              <a:ext uri="{FF2B5EF4-FFF2-40B4-BE49-F238E27FC236}">
                <a16:creationId xmlns:a16="http://schemas.microsoft.com/office/drawing/2014/main" id="{7B8B8C61-72F1-5C3E-B2EA-C86C17989A9E}"/>
              </a:ext>
            </a:extLst>
          </p:cNvPr>
          <p:cNvSpPr/>
          <p:nvPr/>
        </p:nvSpPr>
        <p:spPr>
          <a:xfrm>
            <a:off x="5131012" y="3106430"/>
            <a:ext cx="2419649" cy="636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Transform how employees will rearchitect work with AI:</a:t>
            </a: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</a:pPr>
            <a:endParaRPr lang="en-US" sz="900" dirty="0">
              <a:solidFill>
                <a:srgbClr val="3C3C3B"/>
              </a:solidFill>
              <a:ea typeface="Calibri"/>
              <a:cs typeface="Calibri"/>
              <a:sym typeface="Calibri"/>
            </a:endParaRP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Enterprise M365 Copilot Adoption Accelerator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Agent adoption enablement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AI champions network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Role-based, multi-modal learning journeys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Prompt &amp; workflow coaching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endParaRPr lang="en-US" sz="900" dirty="0">
              <a:solidFill>
                <a:srgbClr val="3C3C3B"/>
              </a:solidFill>
              <a:ea typeface="Calibri"/>
              <a:cs typeface="Calibri"/>
              <a:sym typeface="Calibri"/>
            </a:endParaRP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Powered by: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M365 Copilot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Teams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SharePoint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Copilot Analytics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Kyndryl’s Human Systems Architect Framework</a:t>
            </a:r>
          </a:p>
          <a:p>
            <a:pPr marL="171450" indent="-171450"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endParaRPr lang="en-US" sz="900" dirty="0">
              <a:solidFill>
                <a:srgbClr val="3C3C3B"/>
              </a:solidFill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Calibri"/>
              <a:buChar char="•"/>
            </a:pPr>
            <a:endParaRPr lang="en-US" sz="1050" dirty="0">
              <a:solidFill>
                <a:srgbClr val="3C3C3B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69;p5">
            <a:extLst>
              <a:ext uri="{FF2B5EF4-FFF2-40B4-BE49-F238E27FC236}">
                <a16:creationId xmlns:a16="http://schemas.microsoft.com/office/drawing/2014/main" id="{B07F1E8B-445C-994D-5640-FF9627CEC0EC}"/>
              </a:ext>
            </a:extLst>
          </p:cNvPr>
          <p:cNvSpPr/>
          <p:nvPr/>
        </p:nvSpPr>
        <p:spPr>
          <a:xfrm>
            <a:off x="7605991" y="2573026"/>
            <a:ext cx="2245762" cy="3691783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6D5CF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54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4" name="Google Shape;70;p5">
            <a:extLst>
              <a:ext uri="{FF2B5EF4-FFF2-40B4-BE49-F238E27FC236}">
                <a16:creationId xmlns:a16="http://schemas.microsoft.com/office/drawing/2014/main" id="{BD923E92-4DF8-65A3-9107-6B1D7EFF0DFF}"/>
              </a:ext>
            </a:extLst>
          </p:cNvPr>
          <p:cNvSpPr/>
          <p:nvPr/>
        </p:nvSpPr>
        <p:spPr>
          <a:xfrm>
            <a:off x="7605991" y="2573027"/>
            <a:ext cx="2245762" cy="502920"/>
          </a:xfrm>
          <a:prstGeom prst="rect">
            <a:avLst/>
          </a:prstGeom>
          <a:solidFill>
            <a:srgbClr val="FF462D"/>
          </a:solidFill>
          <a:ln w="12700" cap="flat" cmpd="sng">
            <a:solidFill>
              <a:srgbClr val="04231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bg1"/>
                </a:solidFill>
              </a:rPr>
              <a:t>4. Digital Trust &amp; Secure AI Enablement</a:t>
            </a:r>
          </a:p>
        </p:txBody>
      </p:sp>
      <p:sp>
        <p:nvSpPr>
          <p:cNvPr id="75" name="Google Shape;76;p5">
            <a:extLst>
              <a:ext uri="{FF2B5EF4-FFF2-40B4-BE49-F238E27FC236}">
                <a16:creationId xmlns:a16="http://schemas.microsoft.com/office/drawing/2014/main" id="{FDD374DB-9232-1538-7892-5D0C43C8DB54}"/>
              </a:ext>
            </a:extLst>
          </p:cNvPr>
          <p:cNvSpPr/>
          <p:nvPr/>
        </p:nvSpPr>
        <p:spPr>
          <a:xfrm>
            <a:off x="7605991" y="3106429"/>
            <a:ext cx="2245762" cy="1116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Operationalize secure, governed AI across the enterprise:</a:t>
            </a: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</a:pPr>
            <a:endParaRPr lang="en-US" sz="900" dirty="0">
              <a:solidFill>
                <a:srgbClr val="3C3C3B"/>
              </a:solidFill>
              <a:ea typeface="Calibri"/>
              <a:cs typeface="Calibri"/>
              <a:sym typeface="Calibri"/>
            </a:endParaRP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Digital Trust rollout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Secure AI configuration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Identity &amp; Access alignment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Responsible AI Controls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Data protection &amp; Compliance 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Policy-as-Code implementation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Human-in-the-loop governance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AI Security policy implementation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endParaRPr lang="en-US" sz="900" dirty="0">
              <a:solidFill>
                <a:srgbClr val="3C3C3B"/>
              </a:solidFill>
              <a:ea typeface="Calibri"/>
              <a:cs typeface="Calibri"/>
              <a:sym typeface="Calibri"/>
            </a:endParaRP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Powered by: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Purview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Entra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Defender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Sentinel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Agent 365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Microsoft Security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Kyndryl's policy-as-code framework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Kyndryl’s Digital Trust Operations</a:t>
            </a: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Calibri"/>
              <a:buChar char="•"/>
            </a:pPr>
            <a:endParaRPr lang="en-US" sz="1000" dirty="0">
              <a:solidFill>
                <a:srgbClr val="3C3C3B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69;p5">
            <a:extLst>
              <a:ext uri="{FF2B5EF4-FFF2-40B4-BE49-F238E27FC236}">
                <a16:creationId xmlns:a16="http://schemas.microsoft.com/office/drawing/2014/main" id="{4FD246BF-DC95-10F1-533F-1EF097A8E6B3}"/>
              </a:ext>
            </a:extLst>
          </p:cNvPr>
          <p:cNvSpPr/>
          <p:nvPr/>
        </p:nvSpPr>
        <p:spPr>
          <a:xfrm>
            <a:off x="9906617" y="2573027"/>
            <a:ext cx="2245762" cy="3691783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6D5CF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54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7" name="Google Shape;70;p5">
            <a:extLst>
              <a:ext uri="{FF2B5EF4-FFF2-40B4-BE49-F238E27FC236}">
                <a16:creationId xmlns:a16="http://schemas.microsoft.com/office/drawing/2014/main" id="{F95F874E-6FE7-CAA8-5B10-BE9C3F25D70A}"/>
              </a:ext>
            </a:extLst>
          </p:cNvPr>
          <p:cNvSpPr/>
          <p:nvPr/>
        </p:nvSpPr>
        <p:spPr>
          <a:xfrm>
            <a:off x="9906617" y="2573026"/>
            <a:ext cx="2245762" cy="512065"/>
          </a:xfrm>
          <a:prstGeom prst="rect">
            <a:avLst/>
          </a:prstGeom>
          <a:solidFill>
            <a:srgbClr val="FF462D"/>
          </a:solidFill>
          <a:ln w="12700" cap="flat" cmpd="sng">
            <a:solidFill>
              <a:srgbClr val="04231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bg1"/>
                </a:solidFill>
              </a:rPr>
              <a:t>5. LOB &amp; Industry Agent Accelerators</a:t>
            </a:r>
          </a:p>
        </p:txBody>
      </p:sp>
      <p:sp>
        <p:nvSpPr>
          <p:cNvPr id="78" name="Google Shape;76;p5">
            <a:extLst>
              <a:ext uri="{FF2B5EF4-FFF2-40B4-BE49-F238E27FC236}">
                <a16:creationId xmlns:a16="http://schemas.microsoft.com/office/drawing/2014/main" id="{5CF4A0B2-915C-D3FD-FC4C-72BCDD9DF603}"/>
              </a:ext>
            </a:extLst>
          </p:cNvPr>
          <p:cNvSpPr/>
          <p:nvPr/>
        </p:nvSpPr>
        <p:spPr>
          <a:xfrm>
            <a:off x="9924454" y="3106430"/>
            <a:ext cx="2227924" cy="636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Activate enterprise AI quickly with governed starter agents: </a:t>
            </a: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</a:pPr>
            <a:endParaRPr lang="en-US" sz="900" dirty="0">
              <a:solidFill>
                <a:srgbClr val="3C3C3B"/>
              </a:solidFill>
              <a:ea typeface="Calibri"/>
              <a:cs typeface="Calibri"/>
              <a:sym typeface="Calibri"/>
            </a:endParaRP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LOB &amp; Industry agent starter packs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Agent 365 operational onboarding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Marketplace aligned accelerators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Reusable workflow patterns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endParaRPr lang="en-US" sz="900" dirty="0">
              <a:solidFill>
                <a:srgbClr val="3C3C3B"/>
              </a:solidFill>
              <a:ea typeface="Calibri"/>
              <a:cs typeface="Calibri"/>
              <a:sym typeface="Calibri"/>
            </a:endParaRP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</a:pPr>
            <a:endParaRPr lang="en-US" sz="900" dirty="0">
              <a:solidFill>
                <a:srgbClr val="3C3C3B"/>
              </a:solidFill>
              <a:ea typeface="Calibri"/>
              <a:cs typeface="Calibri"/>
              <a:sym typeface="Calibri"/>
            </a:endParaRP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Work Product or Powered by: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Agent 365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Agent Store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Copilot Studio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Microsoft IQ</a:t>
            </a: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Calibri"/>
              <a:buChar char="•"/>
            </a:pPr>
            <a:endParaRPr lang="en-US" sz="1000" dirty="0">
              <a:solidFill>
                <a:srgbClr val="3C3C3B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6;p5">
            <a:extLst>
              <a:ext uri="{FF2B5EF4-FFF2-40B4-BE49-F238E27FC236}">
                <a16:creationId xmlns:a16="http://schemas.microsoft.com/office/drawing/2014/main" id="{0AA5423C-E5C6-3F7C-402B-10493FD7CDAA}"/>
              </a:ext>
            </a:extLst>
          </p:cNvPr>
          <p:cNvSpPr/>
          <p:nvPr/>
        </p:nvSpPr>
        <p:spPr>
          <a:xfrm>
            <a:off x="2456686" y="1826526"/>
            <a:ext cx="2090310" cy="5874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Calibri"/>
              <a:buChar char="•"/>
            </a:pPr>
            <a:r>
              <a:rPr lang="en-US" sz="105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Fragmented copilots and disconnected agents</a:t>
            </a: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Calibri"/>
              <a:buChar char="•"/>
            </a:pPr>
            <a:endParaRPr lang="en-US" sz="1050" dirty="0">
              <a:solidFill>
                <a:srgbClr val="3C3C3B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76;p5">
            <a:extLst>
              <a:ext uri="{FF2B5EF4-FFF2-40B4-BE49-F238E27FC236}">
                <a16:creationId xmlns:a16="http://schemas.microsoft.com/office/drawing/2014/main" id="{350BBC1A-C6B2-E15B-A1D6-0025FBB4BD4B}"/>
              </a:ext>
            </a:extLst>
          </p:cNvPr>
          <p:cNvSpPr/>
          <p:nvPr/>
        </p:nvSpPr>
        <p:spPr>
          <a:xfrm>
            <a:off x="4740256" y="1821427"/>
            <a:ext cx="2090311" cy="5874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Calibri"/>
              <a:buChar char="•"/>
            </a:pPr>
            <a:r>
              <a:rPr lang="en-US" sz="105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Low Copilot &amp; Agent adoption beyond early enthusiasts</a:t>
            </a: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Calibri"/>
              <a:buChar char="•"/>
            </a:pPr>
            <a:endParaRPr lang="en-US" sz="1050" dirty="0">
              <a:solidFill>
                <a:srgbClr val="3C3C3B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76;p5">
            <a:extLst>
              <a:ext uri="{FF2B5EF4-FFF2-40B4-BE49-F238E27FC236}">
                <a16:creationId xmlns:a16="http://schemas.microsoft.com/office/drawing/2014/main" id="{2034DDB2-5973-3277-28F9-29C41E9BBABD}"/>
              </a:ext>
            </a:extLst>
          </p:cNvPr>
          <p:cNvSpPr/>
          <p:nvPr/>
        </p:nvSpPr>
        <p:spPr>
          <a:xfrm>
            <a:off x="7151822" y="1821427"/>
            <a:ext cx="2380488" cy="5874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Calibri"/>
              <a:buChar char="•"/>
            </a:pPr>
            <a:r>
              <a:rPr lang="en-US" sz="105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Limited integration across enterprise systems</a:t>
            </a: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Calibri"/>
              <a:buChar char="•"/>
            </a:pPr>
            <a:endParaRPr lang="en-US" sz="1050" dirty="0">
              <a:solidFill>
                <a:srgbClr val="3C3C3B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76;p5">
            <a:extLst>
              <a:ext uri="{FF2B5EF4-FFF2-40B4-BE49-F238E27FC236}">
                <a16:creationId xmlns:a16="http://schemas.microsoft.com/office/drawing/2014/main" id="{C2F0E0B0-FFAF-4DE5-C10D-0E33B690C26E}"/>
              </a:ext>
            </a:extLst>
          </p:cNvPr>
          <p:cNvSpPr/>
          <p:nvPr/>
        </p:nvSpPr>
        <p:spPr>
          <a:xfrm>
            <a:off x="9601200" y="1821427"/>
            <a:ext cx="2546313" cy="5874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Calibri"/>
              <a:buChar char="•"/>
            </a:pPr>
            <a:r>
              <a:rPr lang="en-US" sz="105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No repeatable approach for ridding process debt &amp; reimaging workflows for AI</a:t>
            </a: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Calibri"/>
              <a:buChar char="•"/>
            </a:pPr>
            <a:endParaRPr lang="en-US" sz="1050" dirty="0">
              <a:solidFill>
                <a:srgbClr val="3C3C3B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72;p5">
            <a:extLst>
              <a:ext uri="{FF2B5EF4-FFF2-40B4-BE49-F238E27FC236}">
                <a16:creationId xmlns:a16="http://schemas.microsoft.com/office/drawing/2014/main" id="{51F2FBDF-6B64-7E6C-C31F-93F8ACB2C79E}"/>
              </a:ext>
            </a:extLst>
          </p:cNvPr>
          <p:cNvSpPr/>
          <p:nvPr/>
        </p:nvSpPr>
        <p:spPr>
          <a:xfrm>
            <a:off x="11690312" y="164899"/>
            <a:ext cx="914400" cy="3789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42315"/>
              </a:buClr>
              <a:buSzPts val="2800"/>
              <a:buFont typeface="Calibri"/>
              <a:buNone/>
            </a:pPr>
            <a:r>
              <a:rPr lang="en-US" sz="2000" b="1" i="0" u="none" strike="noStrike" cap="none" dirty="0">
                <a:solidFill>
                  <a:srgbClr val="FF462D"/>
                </a:solidFill>
                <a:ea typeface="Calibri"/>
                <a:cs typeface="Calibri"/>
                <a:sym typeface="Calibri"/>
              </a:rPr>
              <a:t>02</a:t>
            </a:r>
            <a:endParaRPr sz="2000" b="0" i="0" u="none" strike="noStrike" cap="none" dirty="0">
              <a:solidFill>
                <a:srgbClr val="FF462D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2" name="Text Placeholder 11">
            <a:extLst>
              <a:ext uri="{FF2B5EF4-FFF2-40B4-BE49-F238E27FC236}">
                <a16:creationId xmlns:a16="http://schemas.microsoft.com/office/drawing/2014/main" id="{B6D5E13D-C06F-481F-EADC-ED334CD0A925}"/>
              </a:ext>
            </a:extLst>
          </p:cNvPr>
          <p:cNvSpPr txBox="1">
            <a:spLocks/>
          </p:cNvSpPr>
          <p:nvPr/>
        </p:nvSpPr>
        <p:spPr>
          <a:xfrm>
            <a:off x="1111633" y="6488795"/>
            <a:ext cx="10439966" cy="3108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Font typeface="Arial" panose="020B0604020202020204" pitchFamily="34" charset="0"/>
              <a:buNone/>
              <a:defRPr lang="en-US" sz="1400" b="0" i="0" kern="1200" dirty="0" smtClean="0">
                <a:solidFill>
                  <a:srgbClr val="3D3C3C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1pPr>
            <a:lvl2pPr marL="514350" indent="-225425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lang="en-US" sz="1400" b="0" i="0" kern="1200" dirty="0" smtClean="0">
                <a:solidFill>
                  <a:schemeClr val="tx2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2pPr>
            <a:lvl3pPr marL="4572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None/>
              <a:tabLst/>
              <a:defRPr lang="en-US" sz="1400" b="0" i="0" kern="1200" dirty="0" smtClean="0">
                <a:solidFill>
                  <a:schemeClr val="tx2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 marL="1030288" indent="-288925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2"/>
              </a:buClr>
              <a:buFont typeface="System Font Regular"/>
              <a:buChar char="–"/>
              <a:tabLst/>
              <a:defRPr lang="en-US" sz="1400" b="0" i="0" kern="1200" dirty="0" smtClean="0">
                <a:solidFill>
                  <a:schemeClr val="tx2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4pPr>
            <a:lvl5pPr marL="1257300" indent="-2143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lang="en-US" sz="1400" b="0" i="0" kern="1200" dirty="0">
                <a:solidFill>
                  <a:schemeClr val="tx2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dirty="0"/>
              <a:t>Starter Agents </a:t>
            </a:r>
            <a:r>
              <a:rPr lang="en-US" sz="1000" dirty="0"/>
              <a:t>accelerate Agent 365 activation while enterprise custom solutions are developed through the agent factory.</a:t>
            </a:r>
          </a:p>
        </p:txBody>
      </p:sp>
      <p:sp>
        <p:nvSpPr>
          <p:cNvPr id="3" name="Title 10">
            <a:extLst>
              <a:ext uri="{FF2B5EF4-FFF2-40B4-BE49-F238E27FC236}">
                <a16:creationId xmlns:a16="http://schemas.microsoft.com/office/drawing/2014/main" id="{D5480982-F81A-61DD-CCBF-12B3A543EBC3}"/>
              </a:ext>
            </a:extLst>
          </p:cNvPr>
          <p:cNvSpPr txBox="1">
            <a:spLocks/>
          </p:cNvSpPr>
          <p:nvPr/>
        </p:nvSpPr>
        <p:spPr>
          <a:xfrm>
            <a:off x="11029499" y="239882"/>
            <a:ext cx="660814" cy="28107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0" i="0" kern="1200">
                <a:solidFill>
                  <a:srgbClr val="FF462D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1pPr>
          </a:lstStyle>
          <a:p>
            <a:r>
              <a:rPr lang="en-US" sz="1400" dirty="0"/>
              <a:t>Design</a:t>
            </a:r>
          </a:p>
        </p:txBody>
      </p:sp>
    </p:spTree>
    <p:extLst>
      <p:ext uri="{BB962C8B-B14F-4D97-AF65-F5344CB8AC3E}">
        <p14:creationId xmlns:p14="http://schemas.microsoft.com/office/powerpoint/2010/main" val="6655020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C3F74D-5AF1-EDD2-1000-9CBA6B2A7E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BCE1DB35-B5E0-8BB6-643A-0614E3E97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187E3F"/>
                </a:solidFill>
              </a:rPr>
              <a:t>Operate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33C3B225-030E-0FDD-1376-79FEE4518B3B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/>
        <p:txBody>
          <a:bodyPr/>
          <a:lstStyle/>
          <a:p>
            <a:r>
              <a:rPr lang="en-US" b="1" dirty="0"/>
              <a:t>Operate the Autonomous Enterprise: </a:t>
            </a:r>
            <a:r>
              <a:rPr lang="en-US" dirty="0"/>
              <a:t>Govern, observe, secure and optimize AI at enterprise scale</a:t>
            </a:r>
          </a:p>
        </p:txBody>
      </p:sp>
      <p:sp>
        <p:nvSpPr>
          <p:cNvPr id="17" name="Google Shape;69;p5">
            <a:extLst>
              <a:ext uri="{FF2B5EF4-FFF2-40B4-BE49-F238E27FC236}">
                <a16:creationId xmlns:a16="http://schemas.microsoft.com/office/drawing/2014/main" id="{F290B6E1-EB74-6E4F-7E69-8EB6DE4AF863}"/>
              </a:ext>
            </a:extLst>
          </p:cNvPr>
          <p:cNvSpPr/>
          <p:nvPr/>
        </p:nvSpPr>
        <p:spPr>
          <a:xfrm>
            <a:off x="91438" y="1277111"/>
            <a:ext cx="12045698" cy="1204476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6D5CF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54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70;p5">
            <a:extLst>
              <a:ext uri="{FF2B5EF4-FFF2-40B4-BE49-F238E27FC236}">
                <a16:creationId xmlns:a16="http://schemas.microsoft.com/office/drawing/2014/main" id="{2571B226-8FCB-87B8-3E0F-3279FC7353AC}"/>
              </a:ext>
            </a:extLst>
          </p:cNvPr>
          <p:cNvSpPr/>
          <p:nvPr/>
        </p:nvSpPr>
        <p:spPr>
          <a:xfrm>
            <a:off x="91439" y="1277112"/>
            <a:ext cx="12045698" cy="502920"/>
          </a:xfrm>
          <a:prstGeom prst="rect">
            <a:avLst/>
          </a:prstGeom>
          <a:solidFill>
            <a:srgbClr val="042315"/>
          </a:solidFill>
          <a:ln w="12700" cap="flat" cmpd="sng">
            <a:solidFill>
              <a:srgbClr val="04231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73;p5">
            <a:extLst>
              <a:ext uri="{FF2B5EF4-FFF2-40B4-BE49-F238E27FC236}">
                <a16:creationId xmlns:a16="http://schemas.microsoft.com/office/drawing/2014/main" id="{3F0FCB01-1FA9-A585-84ED-D5AD7104BE1C}"/>
              </a:ext>
            </a:extLst>
          </p:cNvPr>
          <p:cNvSpPr/>
          <p:nvPr/>
        </p:nvSpPr>
        <p:spPr>
          <a:xfrm>
            <a:off x="73151" y="1277110"/>
            <a:ext cx="4178809" cy="5029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042315"/>
              </a:buClr>
              <a:buSzPts val="2600"/>
              <a:buFont typeface="Calibri"/>
              <a:buNone/>
            </a:pPr>
            <a:r>
              <a:rPr lang="en-US" sz="1400" b="1" i="0" u="none" strike="noStrike" cap="none" dirty="0">
                <a:solidFill>
                  <a:schemeClr val="bg1"/>
                </a:solidFill>
                <a:ea typeface="Calibri"/>
                <a:cs typeface="Calibri"/>
                <a:sym typeface="Calibri"/>
              </a:rPr>
              <a:t>    The Customer Challenge</a:t>
            </a:r>
            <a:endParaRPr sz="1400" b="0" i="0" u="none" strike="noStrike" cap="none" dirty="0">
              <a:solidFill>
                <a:schemeClr val="bg1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74;p5">
            <a:extLst>
              <a:ext uri="{FF2B5EF4-FFF2-40B4-BE49-F238E27FC236}">
                <a16:creationId xmlns:a16="http://schemas.microsoft.com/office/drawing/2014/main" id="{C1A1876C-6C31-8EE0-45A9-B75A8852CADF}"/>
              </a:ext>
            </a:extLst>
          </p:cNvPr>
          <p:cNvSpPr/>
          <p:nvPr/>
        </p:nvSpPr>
        <p:spPr>
          <a:xfrm>
            <a:off x="3612557" y="1368551"/>
            <a:ext cx="1868877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42315"/>
              </a:buClr>
              <a:buSzPts val="1300"/>
              <a:buFont typeface="Calibri"/>
              <a:buNone/>
            </a:pPr>
            <a:r>
              <a:rPr lang="en-US" sz="1200" b="0" i="1" u="none" strike="noStrike" cap="none" dirty="0">
                <a:solidFill>
                  <a:schemeClr val="bg1"/>
                </a:solidFill>
                <a:ea typeface="Calibri"/>
                <a:cs typeface="Calibri"/>
                <a:sym typeface="Calibri"/>
              </a:rPr>
              <a:t>Most organizations:</a:t>
            </a:r>
            <a:endParaRPr sz="1200" b="0" i="0" u="none" strike="noStrike" cap="none" dirty="0">
              <a:solidFill>
                <a:schemeClr val="bg1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76;p5">
            <a:extLst>
              <a:ext uri="{FF2B5EF4-FFF2-40B4-BE49-F238E27FC236}">
                <a16:creationId xmlns:a16="http://schemas.microsoft.com/office/drawing/2014/main" id="{5AF64F32-C0B1-4D61-363A-8DC03BB1A82F}"/>
              </a:ext>
            </a:extLst>
          </p:cNvPr>
          <p:cNvSpPr/>
          <p:nvPr/>
        </p:nvSpPr>
        <p:spPr>
          <a:xfrm>
            <a:off x="135925" y="1821427"/>
            <a:ext cx="2190275" cy="5874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Calibri"/>
              <a:buChar char="•"/>
            </a:pPr>
            <a:r>
              <a:rPr lang="en-US" sz="105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Lack visibility into AI and agent activity</a:t>
            </a: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Calibri"/>
              <a:buChar char="•"/>
            </a:pPr>
            <a:endParaRPr lang="en-US" sz="1050" dirty="0">
              <a:solidFill>
                <a:srgbClr val="3C3C3B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62" name="Slide Number Placeholder 1">
            <a:extLst>
              <a:ext uri="{FF2B5EF4-FFF2-40B4-BE49-F238E27FC236}">
                <a16:creationId xmlns:a16="http://schemas.microsoft.com/office/drawing/2014/main" id="{B3A5F80F-6982-4762-BAB8-2E78A7D2C3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3726160" y="7739696"/>
            <a:ext cx="257355" cy="215947"/>
          </a:xfrm>
        </p:spPr>
        <p:txBody>
          <a:bodyPr/>
          <a:lstStyle/>
          <a:p>
            <a:fld id="{BB55D76A-9B6E-CD41-ABBE-F6C938295BAD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63" name="Google Shape;69;p5">
            <a:extLst>
              <a:ext uri="{FF2B5EF4-FFF2-40B4-BE49-F238E27FC236}">
                <a16:creationId xmlns:a16="http://schemas.microsoft.com/office/drawing/2014/main" id="{02377FDD-C805-1BE1-A211-8372E76F9B6D}"/>
              </a:ext>
            </a:extLst>
          </p:cNvPr>
          <p:cNvSpPr/>
          <p:nvPr/>
        </p:nvSpPr>
        <p:spPr>
          <a:xfrm>
            <a:off x="91438" y="2573026"/>
            <a:ext cx="2439022" cy="3570949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6D5CF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54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4" name="Google Shape;70;p5">
            <a:extLst>
              <a:ext uri="{FF2B5EF4-FFF2-40B4-BE49-F238E27FC236}">
                <a16:creationId xmlns:a16="http://schemas.microsoft.com/office/drawing/2014/main" id="{6FAC436A-7F94-0A39-312F-AF0AC9649989}"/>
              </a:ext>
            </a:extLst>
          </p:cNvPr>
          <p:cNvSpPr/>
          <p:nvPr/>
        </p:nvSpPr>
        <p:spPr>
          <a:xfrm>
            <a:off x="91438" y="2573027"/>
            <a:ext cx="2439022" cy="501149"/>
          </a:xfrm>
          <a:prstGeom prst="rect">
            <a:avLst/>
          </a:prstGeom>
          <a:solidFill>
            <a:srgbClr val="187E3F"/>
          </a:solidFill>
          <a:ln w="12700" cap="flat" cmpd="sng">
            <a:solidFill>
              <a:srgbClr val="04231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bg1"/>
                </a:solidFill>
              </a:rPr>
              <a:t>1. AI Operations &amp; Observability</a:t>
            </a:r>
          </a:p>
        </p:txBody>
      </p:sp>
      <p:sp>
        <p:nvSpPr>
          <p:cNvPr id="65" name="Google Shape;74;p5">
            <a:extLst>
              <a:ext uri="{FF2B5EF4-FFF2-40B4-BE49-F238E27FC236}">
                <a16:creationId xmlns:a16="http://schemas.microsoft.com/office/drawing/2014/main" id="{3DFF962F-0753-D88F-FC7E-33CF43F9E201}"/>
              </a:ext>
            </a:extLst>
          </p:cNvPr>
          <p:cNvSpPr/>
          <p:nvPr/>
        </p:nvSpPr>
        <p:spPr>
          <a:xfrm>
            <a:off x="941831" y="3286743"/>
            <a:ext cx="2398158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42315"/>
              </a:buClr>
              <a:buSzPts val="1300"/>
              <a:buFont typeface="Calibri"/>
              <a:buNone/>
            </a:pPr>
            <a:endParaRPr sz="1300" b="0" i="0" u="none" strike="noStrike" cap="none" dirty="0">
              <a:solidFill>
                <a:schemeClr val="dk1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76;p5">
            <a:extLst>
              <a:ext uri="{FF2B5EF4-FFF2-40B4-BE49-F238E27FC236}">
                <a16:creationId xmlns:a16="http://schemas.microsoft.com/office/drawing/2014/main" id="{0DA05DDE-32DE-DB9B-E8E2-8EFACAD70046}"/>
              </a:ext>
            </a:extLst>
          </p:cNvPr>
          <p:cNvSpPr/>
          <p:nvPr/>
        </p:nvSpPr>
        <p:spPr>
          <a:xfrm>
            <a:off x="107296" y="3106430"/>
            <a:ext cx="2419648" cy="1112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Monitor and manage enterprise AI operations in real time:</a:t>
            </a: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</a:pPr>
            <a:endParaRPr lang="en-US" sz="900" dirty="0">
              <a:solidFill>
                <a:srgbClr val="3C3C3B"/>
              </a:solidFill>
              <a:ea typeface="Calibri"/>
              <a:cs typeface="Calibri"/>
              <a:sym typeface="Calibri"/>
            </a:endParaRP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Enterprise AI observability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Agent telemetry and monitoring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AI operations dashboard 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Workflow performance analytics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Experience level agreement reporting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Employee digital experience insights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AI utilization and adoption analytics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Cross-platform operational visibility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endParaRPr lang="en-US" sz="900" dirty="0">
              <a:solidFill>
                <a:srgbClr val="3C3C3B"/>
              </a:solidFill>
              <a:ea typeface="Calibri"/>
              <a:cs typeface="Calibri"/>
              <a:sym typeface="Calibri"/>
            </a:endParaRP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Powered by: 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Kyndryl Bridge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Agent 365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Microsoft Fabric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 err="1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PowerBI</a:t>
            </a:r>
            <a:endParaRPr lang="en-US" sz="900" dirty="0">
              <a:solidFill>
                <a:srgbClr val="3C3C3B"/>
              </a:solidFill>
              <a:ea typeface="Calibri"/>
              <a:cs typeface="Calibri"/>
              <a:sym typeface="Calibri"/>
            </a:endParaRP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endParaRPr lang="en-US" sz="900" dirty="0">
              <a:solidFill>
                <a:srgbClr val="3C3C3B"/>
              </a:solidFill>
              <a:ea typeface="Calibri"/>
              <a:cs typeface="Calibri"/>
              <a:sym typeface="Calibri"/>
            </a:endParaRPr>
          </a:p>
          <a:p>
            <a:pPr lvl="1">
              <a:buClr>
                <a:srgbClr val="3C3C3B"/>
              </a:buClr>
              <a:buSzPts val="1050"/>
            </a:pPr>
            <a:endParaRPr lang="en-US" sz="900" dirty="0">
              <a:solidFill>
                <a:srgbClr val="3C3C3B"/>
              </a:solidFill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Calibri"/>
              <a:buChar char="•"/>
            </a:pPr>
            <a:endParaRPr lang="en-US" sz="1000" dirty="0">
              <a:solidFill>
                <a:srgbClr val="3C3C3B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9;p5">
            <a:extLst>
              <a:ext uri="{FF2B5EF4-FFF2-40B4-BE49-F238E27FC236}">
                <a16:creationId xmlns:a16="http://schemas.microsoft.com/office/drawing/2014/main" id="{809A7204-17ED-38AE-BDFB-8D43B1CBB0E2}"/>
              </a:ext>
            </a:extLst>
          </p:cNvPr>
          <p:cNvSpPr/>
          <p:nvPr/>
        </p:nvSpPr>
        <p:spPr>
          <a:xfrm>
            <a:off x="2603446" y="2529353"/>
            <a:ext cx="2439022" cy="361462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6D5CF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54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/>
          </a:p>
        </p:txBody>
      </p:sp>
      <p:sp>
        <p:nvSpPr>
          <p:cNvPr id="68" name="Google Shape;70;p5">
            <a:extLst>
              <a:ext uri="{FF2B5EF4-FFF2-40B4-BE49-F238E27FC236}">
                <a16:creationId xmlns:a16="http://schemas.microsoft.com/office/drawing/2014/main" id="{3B7887A3-5C4C-5324-EBDE-0B7FEDD4842D}"/>
              </a:ext>
            </a:extLst>
          </p:cNvPr>
          <p:cNvSpPr/>
          <p:nvPr/>
        </p:nvSpPr>
        <p:spPr>
          <a:xfrm>
            <a:off x="2603446" y="2559835"/>
            <a:ext cx="2439022" cy="502920"/>
          </a:xfrm>
          <a:prstGeom prst="rect">
            <a:avLst/>
          </a:prstGeom>
          <a:solidFill>
            <a:srgbClr val="187E3F"/>
          </a:solidFill>
          <a:ln w="12700" cap="flat" cmpd="sng">
            <a:solidFill>
              <a:srgbClr val="04231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bg1"/>
                </a:solidFill>
              </a:rPr>
              <a:t>2. Managed OCM for Copilot + Agents</a:t>
            </a:r>
          </a:p>
        </p:txBody>
      </p:sp>
      <p:sp>
        <p:nvSpPr>
          <p:cNvPr id="69" name="Google Shape;76;p5">
            <a:extLst>
              <a:ext uri="{FF2B5EF4-FFF2-40B4-BE49-F238E27FC236}">
                <a16:creationId xmlns:a16="http://schemas.microsoft.com/office/drawing/2014/main" id="{55B1C76F-4E2C-50F8-4E31-C14F9573E65A}"/>
              </a:ext>
            </a:extLst>
          </p:cNvPr>
          <p:cNvSpPr/>
          <p:nvPr/>
        </p:nvSpPr>
        <p:spPr>
          <a:xfrm>
            <a:off x="2619304" y="3093237"/>
            <a:ext cx="2419649" cy="1116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Continuously evolve workforce adoption and AI operating behaviors: </a:t>
            </a: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</a:pPr>
            <a:endParaRPr lang="en-US" sz="900" dirty="0">
              <a:solidFill>
                <a:srgbClr val="3C3C3B"/>
              </a:solidFill>
              <a:ea typeface="Calibri"/>
              <a:cs typeface="Calibri"/>
              <a:sym typeface="Calibri"/>
            </a:endParaRP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Microsoft IQ activation strategy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Work IQ enterprise grounding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Graph Connector integration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Context-Aware AI experiences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Secure data access alignment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Intelligent Search &amp; retrieval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endParaRPr lang="en-US" sz="900" dirty="0">
              <a:solidFill>
                <a:srgbClr val="3C3C3B"/>
              </a:solidFill>
              <a:ea typeface="Calibri"/>
              <a:cs typeface="Calibri"/>
              <a:sym typeface="Calibri"/>
            </a:endParaRP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Powered by:</a:t>
            </a:r>
          </a:p>
          <a:p>
            <a:pPr marL="171450" indent="-171450"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Work IQ</a:t>
            </a:r>
          </a:p>
          <a:p>
            <a:pPr marL="171450" indent="-171450"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Fabric IQ</a:t>
            </a:r>
          </a:p>
          <a:p>
            <a:pPr marL="171450" indent="-171450"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Microsoft Graph</a:t>
            </a:r>
          </a:p>
          <a:p>
            <a:pPr marL="171450" indent="-171450"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Dataverse</a:t>
            </a:r>
          </a:p>
        </p:txBody>
      </p:sp>
      <p:sp>
        <p:nvSpPr>
          <p:cNvPr id="70" name="Google Shape;69;p5">
            <a:extLst>
              <a:ext uri="{FF2B5EF4-FFF2-40B4-BE49-F238E27FC236}">
                <a16:creationId xmlns:a16="http://schemas.microsoft.com/office/drawing/2014/main" id="{1D23A114-A31E-ABAF-D00D-40B404F13C56}"/>
              </a:ext>
            </a:extLst>
          </p:cNvPr>
          <p:cNvSpPr/>
          <p:nvPr/>
        </p:nvSpPr>
        <p:spPr>
          <a:xfrm>
            <a:off x="5112105" y="2573025"/>
            <a:ext cx="2439022" cy="3570949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6D5CF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54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1" name="Google Shape;70;p5">
            <a:extLst>
              <a:ext uri="{FF2B5EF4-FFF2-40B4-BE49-F238E27FC236}">
                <a16:creationId xmlns:a16="http://schemas.microsoft.com/office/drawing/2014/main" id="{4BB1E450-ECF3-E440-5D9F-30695CD51902}"/>
              </a:ext>
            </a:extLst>
          </p:cNvPr>
          <p:cNvSpPr/>
          <p:nvPr/>
        </p:nvSpPr>
        <p:spPr>
          <a:xfrm>
            <a:off x="5112105" y="2573027"/>
            <a:ext cx="2439022" cy="498871"/>
          </a:xfrm>
          <a:prstGeom prst="rect">
            <a:avLst/>
          </a:prstGeom>
          <a:solidFill>
            <a:srgbClr val="187E3F"/>
          </a:solidFill>
          <a:ln w="12700" cap="flat" cmpd="sng">
            <a:solidFill>
              <a:srgbClr val="04231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bg1"/>
                </a:solidFill>
              </a:rPr>
              <a:t>3. Policy-as-Code Services</a:t>
            </a:r>
          </a:p>
        </p:txBody>
      </p:sp>
      <p:sp>
        <p:nvSpPr>
          <p:cNvPr id="72" name="Google Shape;76;p5">
            <a:extLst>
              <a:ext uri="{FF2B5EF4-FFF2-40B4-BE49-F238E27FC236}">
                <a16:creationId xmlns:a16="http://schemas.microsoft.com/office/drawing/2014/main" id="{63B0282D-2610-79F2-A97B-8072A159B5E5}"/>
              </a:ext>
            </a:extLst>
          </p:cNvPr>
          <p:cNvSpPr/>
          <p:nvPr/>
        </p:nvSpPr>
        <p:spPr>
          <a:xfrm>
            <a:off x="5131012" y="3106430"/>
            <a:ext cx="2419649" cy="636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Govern AI at machine speed:</a:t>
            </a: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</a:pPr>
            <a:endParaRPr lang="en-US" sz="900" dirty="0">
              <a:solidFill>
                <a:srgbClr val="3C3C3B"/>
              </a:solidFill>
              <a:ea typeface="Calibri"/>
              <a:cs typeface="Calibri"/>
              <a:sym typeface="Calibri"/>
            </a:endParaRP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Machine readable governance policies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Automated policy enforcement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Human-in-the-loop approvals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Agent access and execution controls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Compliance orchestration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AI auditability &amp; traceability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endParaRPr lang="en-US" sz="900" dirty="0">
              <a:solidFill>
                <a:srgbClr val="3C3C3B"/>
              </a:solidFill>
              <a:ea typeface="Calibri"/>
              <a:cs typeface="Calibri"/>
              <a:sym typeface="Calibri"/>
            </a:endParaRP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Powered by: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Kyndryl’s policy-as-code framework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Agent 365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Purview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Entra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Sentinel</a:t>
            </a:r>
          </a:p>
          <a:p>
            <a:pPr marL="171450" indent="-171450"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endParaRPr lang="en-US" sz="900" dirty="0">
              <a:solidFill>
                <a:srgbClr val="3C3C3B"/>
              </a:solidFill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Calibri"/>
              <a:buChar char="•"/>
            </a:pPr>
            <a:endParaRPr lang="en-US" sz="1050" dirty="0">
              <a:solidFill>
                <a:srgbClr val="3C3C3B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69;p5">
            <a:extLst>
              <a:ext uri="{FF2B5EF4-FFF2-40B4-BE49-F238E27FC236}">
                <a16:creationId xmlns:a16="http://schemas.microsoft.com/office/drawing/2014/main" id="{A0D00ED6-F9FD-807A-A31A-469596728E30}"/>
              </a:ext>
            </a:extLst>
          </p:cNvPr>
          <p:cNvSpPr/>
          <p:nvPr/>
        </p:nvSpPr>
        <p:spPr>
          <a:xfrm>
            <a:off x="7605991" y="2573027"/>
            <a:ext cx="2245762" cy="357094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6D5CF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54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4" name="Google Shape;70;p5">
            <a:extLst>
              <a:ext uri="{FF2B5EF4-FFF2-40B4-BE49-F238E27FC236}">
                <a16:creationId xmlns:a16="http://schemas.microsoft.com/office/drawing/2014/main" id="{FCB6CC56-BA8D-3C6F-CD48-57D80E11B578}"/>
              </a:ext>
            </a:extLst>
          </p:cNvPr>
          <p:cNvSpPr/>
          <p:nvPr/>
        </p:nvSpPr>
        <p:spPr>
          <a:xfrm>
            <a:off x="7605991" y="2573027"/>
            <a:ext cx="2245762" cy="502920"/>
          </a:xfrm>
          <a:prstGeom prst="rect">
            <a:avLst/>
          </a:prstGeom>
          <a:solidFill>
            <a:srgbClr val="187E3F"/>
          </a:solidFill>
          <a:ln w="12700" cap="flat" cmpd="sng">
            <a:solidFill>
              <a:srgbClr val="04231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bg1"/>
                </a:solidFill>
              </a:rPr>
              <a:t>4. Managed Digital Trust Services</a:t>
            </a:r>
          </a:p>
        </p:txBody>
      </p:sp>
      <p:sp>
        <p:nvSpPr>
          <p:cNvPr id="75" name="Google Shape;76;p5">
            <a:extLst>
              <a:ext uri="{FF2B5EF4-FFF2-40B4-BE49-F238E27FC236}">
                <a16:creationId xmlns:a16="http://schemas.microsoft.com/office/drawing/2014/main" id="{33FDC62B-8E48-C1CA-6C53-33F1D5071FCC}"/>
              </a:ext>
            </a:extLst>
          </p:cNvPr>
          <p:cNvSpPr/>
          <p:nvPr/>
        </p:nvSpPr>
        <p:spPr>
          <a:xfrm>
            <a:off x="7605991" y="3106429"/>
            <a:ext cx="2245762" cy="1116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Continuously secure and govern enterprise AI environments:</a:t>
            </a: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</a:pPr>
            <a:endParaRPr lang="en-US" sz="900" dirty="0">
              <a:solidFill>
                <a:srgbClr val="3C3C3B"/>
              </a:solidFill>
              <a:ea typeface="Calibri"/>
              <a:cs typeface="Calibri"/>
              <a:sym typeface="Calibri"/>
            </a:endParaRP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AI security operations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 err="1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Resonsible</a:t>
            </a: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 AI monitoring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Compliance management services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Identity &amp; permissions governance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AI risk posture management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Trusted digital workforce oversight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endParaRPr lang="en-US" sz="900" dirty="0">
              <a:solidFill>
                <a:srgbClr val="3C3C3B"/>
              </a:solidFill>
              <a:ea typeface="Calibri"/>
              <a:cs typeface="Calibri"/>
              <a:sym typeface="Calibri"/>
            </a:endParaRP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Powered by: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Microsoft Security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Agent 365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Purview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Entra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Sentinel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Kyndryl’s Digital Trust Operations</a:t>
            </a: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Calibri"/>
              <a:buChar char="•"/>
            </a:pPr>
            <a:endParaRPr lang="en-US" sz="1000" dirty="0">
              <a:solidFill>
                <a:srgbClr val="3C3C3B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69;p5">
            <a:extLst>
              <a:ext uri="{FF2B5EF4-FFF2-40B4-BE49-F238E27FC236}">
                <a16:creationId xmlns:a16="http://schemas.microsoft.com/office/drawing/2014/main" id="{07784ACD-2906-9BA7-5893-11944EDBF353}"/>
              </a:ext>
            </a:extLst>
          </p:cNvPr>
          <p:cNvSpPr/>
          <p:nvPr/>
        </p:nvSpPr>
        <p:spPr>
          <a:xfrm>
            <a:off x="9906617" y="2573027"/>
            <a:ext cx="2245762" cy="3570947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6D5CF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54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7" name="Google Shape;70;p5">
            <a:extLst>
              <a:ext uri="{FF2B5EF4-FFF2-40B4-BE49-F238E27FC236}">
                <a16:creationId xmlns:a16="http://schemas.microsoft.com/office/drawing/2014/main" id="{82D5B18C-0E47-A5C2-E3BF-3C27D36A6254}"/>
              </a:ext>
            </a:extLst>
          </p:cNvPr>
          <p:cNvSpPr/>
          <p:nvPr/>
        </p:nvSpPr>
        <p:spPr>
          <a:xfrm>
            <a:off x="9906617" y="2573026"/>
            <a:ext cx="2245762" cy="512065"/>
          </a:xfrm>
          <a:prstGeom prst="rect">
            <a:avLst/>
          </a:prstGeom>
          <a:solidFill>
            <a:srgbClr val="187E3F"/>
          </a:solidFill>
          <a:ln w="12700" cap="flat" cmpd="sng">
            <a:solidFill>
              <a:srgbClr val="04231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bg1"/>
                </a:solidFill>
              </a:rPr>
              <a:t>5. AI Value Realization  &amp; Consumption </a:t>
            </a:r>
          </a:p>
        </p:txBody>
      </p:sp>
      <p:sp>
        <p:nvSpPr>
          <p:cNvPr id="78" name="Google Shape;76;p5">
            <a:extLst>
              <a:ext uri="{FF2B5EF4-FFF2-40B4-BE49-F238E27FC236}">
                <a16:creationId xmlns:a16="http://schemas.microsoft.com/office/drawing/2014/main" id="{35CC1003-5246-7B72-7FF7-3300D02E8120}"/>
              </a:ext>
            </a:extLst>
          </p:cNvPr>
          <p:cNvSpPr/>
          <p:nvPr/>
        </p:nvSpPr>
        <p:spPr>
          <a:xfrm>
            <a:off x="9924454" y="3106430"/>
            <a:ext cx="2227924" cy="636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Continuously optimize AI performance and enterprise value over time: </a:t>
            </a: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</a:pPr>
            <a:endParaRPr lang="en-US" sz="900" dirty="0">
              <a:solidFill>
                <a:srgbClr val="3C3C3B"/>
              </a:solidFill>
              <a:ea typeface="Calibri"/>
              <a:cs typeface="Calibri"/>
              <a:sym typeface="Calibri"/>
            </a:endParaRP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AI KPI and ROI tracking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Consumption optimization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ME7 and Agent 365 utilization governance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Quarterly business value reviews &amp; use case development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Workflow optimization recommendations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AI maturity benchmarking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endParaRPr lang="en-US" sz="900" dirty="0">
              <a:solidFill>
                <a:srgbClr val="3C3C3B"/>
              </a:solidFill>
              <a:ea typeface="Calibri"/>
              <a:cs typeface="Calibri"/>
              <a:sym typeface="Calibri"/>
            </a:endParaRP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</a:pPr>
            <a:endParaRPr lang="en-US" sz="900" dirty="0">
              <a:solidFill>
                <a:srgbClr val="3C3C3B"/>
              </a:solidFill>
              <a:ea typeface="Calibri"/>
              <a:cs typeface="Calibri"/>
              <a:sym typeface="Calibri"/>
            </a:endParaRP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Powered by: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Copilot Analytics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Kyndryl Bridge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 err="1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PowerBI</a:t>
            </a:r>
            <a:endParaRPr lang="en-US" sz="900" dirty="0">
              <a:solidFill>
                <a:srgbClr val="3C3C3B"/>
              </a:solidFill>
              <a:ea typeface="Calibri"/>
              <a:cs typeface="Calibri"/>
              <a:sym typeface="Calibri"/>
            </a:endParaRP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Fabric</a:t>
            </a: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Calibri"/>
              <a:buChar char="•"/>
            </a:pPr>
            <a:endParaRPr lang="en-US" sz="1000" dirty="0">
              <a:solidFill>
                <a:srgbClr val="3C3C3B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6;p5">
            <a:extLst>
              <a:ext uri="{FF2B5EF4-FFF2-40B4-BE49-F238E27FC236}">
                <a16:creationId xmlns:a16="http://schemas.microsoft.com/office/drawing/2014/main" id="{5DED2152-6E89-CF56-4452-E29FC4C9DF90}"/>
              </a:ext>
            </a:extLst>
          </p:cNvPr>
          <p:cNvSpPr/>
          <p:nvPr/>
        </p:nvSpPr>
        <p:spPr>
          <a:xfrm>
            <a:off x="2456686" y="1826526"/>
            <a:ext cx="2090310" cy="5874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Calibri"/>
              <a:buChar char="•"/>
            </a:pPr>
            <a:r>
              <a:rPr lang="en-US" sz="105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Cannot operationalize governance at scale</a:t>
            </a: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Calibri"/>
              <a:buChar char="•"/>
            </a:pPr>
            <a:endParaRPr lang="en-US" sz="1050" dirty="0">
              <a:solidFill>
                <a:srgbClr val="3C3C3B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76;p5">
            <a:extLst>
              <a:ext uri="{FF2B5EF4-FFF2-40B4-BE49-F238E27FC236}">
                <a16:creationId xmlns:a16="http://schemas.microsoft.com/office/drawing/2014/main" id="{D1ABD741-E509-D2BE-B185-0D3FE6B354C5}"/>
              </a:ext>
            </a:extLst>
          </p:cNvPr>
          <p:cNvSpPr/>
          <p:nvPr/>
        </p:nvSpPr>
        <p:spPr>
          <a:xfrm>
            <a:off x="4740256" y="1821427"/>
            <a:ext cx="2090311" cy="5874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Calibri"/>
              <a:buChar char="•"/>
            </a:pPr>
            <a:r>
              <a:rPr lang="en-US" sz="105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Struggle to measure ongoing AI value realization</a:t>
            </a: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Calibri"/>
              <a:buChar char="•"/>
            </a:pPr>
            <a:endParaRPr lang="en-US" sz="1050" dirty="0">
              <a:solidFill>
                <a:srgbClr val="3C3C3B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76;p5">
            <a:extLst>
              <a:ext uri="{FF2B5EF4-FFF2-40B4-BE49-F238E27FC236}">
                <a16:creationId xmlns:a16="http://schemas.microsoft.com/office/drawing/2014/main" id="{1565FCF6-5DDB-BECE-C1BF-304DF9C72A4C}"/>
              </a:ext>
            </a:extLst>
          </p:cNvPr>
          <p:cNvSpPr/>
          <p:nvPr/>
        </p:nvSpPr>
        <p:spPr>
          <a:xfrm>
            <a:off x="7151822" y="1821427"/>
            <a:ext cx="2380488" cy="5874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Calibri"/>
              <a:buChar char="•"/>
            </a:pPr>
            <a:r>
              <a:rPr lang="en-US" sz="105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Have no operating model for digital workers</a:t>
            </a: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Calibri"/>
              <a:buChar char="•"/>
            </a:pPr>
            <a:endParaRPr lang="en-US" sz="1050" dirty="0">
              <a:solidFill>
                <a:srgbClr val="3C3C3B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76;p5">
            <a:extLst>
              <a:ext uri="{FF2B5EF4-FFF2-40B4-BE49-F238E27FC236}">
                <a16:creationId xmlns:a16="http://schemas.microsoft.com/office/drawing/2014/main" id="{4CE3FBC9-94E0-FB6C-B31B-848E116ADF52}"/>
              </a:ext>
            </a:extLst>
          </p:cNvPr>
          <p:cNvSpPr/>
          <p:nvPr/>
        </p:nvSpPr>
        <p:spPr>
          <a:xfrm>
            <a:off x="9601200" y="1821427"/>
            <a:ext cx="2546313" cy="5874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Calibri"/>
              <a:buChar char="•"/>
            </a:pPr>
            <a:r>
              <a:rPr lang="en-US" sz="1050" dirty="0">
                <a:solidFill>
                  <a:srgbClr val="3C3C3B"/>
                </a:solidFill>
                <a:ea typeface="Calibri"/>
                <a:cs typeface="Calibri"/>
                <a:sym typeface="Calibri"/>
              </a:rPr>
              <a:t>Face growing security, compliance and trust concerns</a:t>
            </a: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050"/>
              <a:buFont typeface="Calibri"/>
              <a:buChar char="•"/>
            </a:pPr>
            <a:endParaRPr lang="en-US" sz="1050" dirty="0">
              <a:solidFill>
                <a:srgbClr val="3C3C3B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72;p5">
            <a:extLst>
              <a:ext uri="{FF2B5EF4-FFF2-40B4-BE49-F238E27FC236}">
                <a16:creationId xmlns:a16="http://schemas.microsoft.com/office/drawing/2014/main" id="{025E8537-4DE6-A855-B2BB-F07DC8C842A1}"/>
              </a:ext>
            </a:extLst>
          </p:cNvPr>
          <p:cNvSpPr/>
          <p:nvPr/>
        </p:nvSpPr>
        <p:spPr>
          <a:xfrm>
            <a:off x="11690312" y="164899"/>
            <a:ext cx="914400" cy="3789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42315"/>
              </a:buClr>
              <a:buSzPts val="2800"/>
              <a:buFont typeface="Calibri"/>
              <a:buNone/>
            </a:pPr>
            <a:r>
              <a:rPr lang="en-US" sz="2000" b="1" i="0" u="none" strike="noStrike" cap="none" dirty="0">
                <a:solidFill>
                  <a:srgbClr val="187E3F"/>
                </a:solidFill>
                <a:ea typeface="Calibri"/>
                <a:cs typeface="Calibri"/>
                <a:sym typeface="Calibri"/>
              </a:rPr>
              <a:t>03</a:t>
            </a:r>
            <a:endParaRPr sz="2000" b="0" i="0" u="none" strike="noStrike" cap="none" dirty="0">
              <a:solidFill>
                <a:srgbClr val="187E3F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2" name="Text Placeholder 11">
            <a:extLst>
              <a:ext uri="{FF2B5EF4-FFF2-40B4-BE49-F238E27FC236}">
                <a16:creationId xmlns:a16="http://schemas.microsoft.com/office/drawing/2014/main" id="{82591FCA-1B73-ED6C-B62E-666FCA487DA7}"/>
              </a:ext>
            </a:extLst>
          </p:cNvPr>
          <p:cNvSpPr txBox="1">
            <a:spLocks/>
          </p:cNvSpPr>
          <p:nvPr/>
        </p:nvSpPr>
        <p:spPr>
          <a:xfrm>
            <a:off x="1111633" y="6337480"/>
            <a:ext cx="10439966" cy="3108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Font typeface="Arial" panose="020B0604020202020204" pitchFamily="34" charset="0"/>
              <a:buNone/>
              <a:defRPr lang="en-US" sz="1400" b="0" i="0" kern="1200" dirty="0" smtClean="0">
                <a:solidFill>
                  <a:srgbClr val="3D3C3C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1pPr>
            <a:lvl2pPr marL="514350" indent="-225425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lang="en-US" sz="1400" b="0" i="0" kern="1200" dirty="0" smtClean="0">
                <a:solidFill>
                  <a:schemeClr val="tx2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2pPr>
            <a:lvl3pPr marL="4572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3D3C3C"/>
              </a:buClr>
              <a:buSzPct val="90000"/>
              <a:buFont typeface="Courier New" panose="02070309020205020404" pitchFamily="49" charset="0"/>
              <a:buNone/>
              <a:tabLst/>
              <a:defRPr lang="en-US" sz="1400" b="0" i="0" kern="1200" dirty="0" smtClean="0">
                <a:solidFill>
                  <a:schemeClr val="tx2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3pPr>
            <a:lvl4pPr marL="1030288" indent="-288925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2"/>
              </a:buClr>
              <a:buFont typeface="System Font Regular"/>
              <a:buChar char="–"/>
              <a:tabLst/>
              <a:defRPr lang="en-US" sz="1400" b="0" i="0" kern="1200" dirty="0" smtClean="0">
                <a:solidFill>
                  <a:schemeClr val="tx2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4pPr>
            <a:lvl5pPr marL="1257300" indent="-2143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lang="en-US" sz="1400" b="0" i="0" kern="1200" dirty="0">
                <a:solidFill>
                  <a:schemeClr val="tx2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dirty="0"/>
              <a:t>Where AI governance, operations and workforce experience converge.</a:t>
            </a:r>
          </a:p>
        </p:txBody>
      </p:sp>
      <p:sp>
        <p:nvSpPr>
          <p:cNvPr id="3" name="Title 10">
            <a:extLst>
              <a:ext uri="{FF2B5EF4-FFF2-40B4-BE49-F238E27FC236}">
                <a16:creationId xmlns:a16="http://schemas.microsoft.com/office/drawing/2014/main" id="{0F8EB59B-09DE-E372-0EA0-2B0454F1C40A}"/>
              </a:ext>
            </a:extLst>
          </p:cNvPr>
          <p:cNvSpPr txBox="1">
            <a:spLocks/>
          </p:cNvSpPr>
          <p:nvPr/>
        </p:nvSpPr>
        <p:spPr>
          <a:xfrm>
            <a:off x="10297697" y="254957"/>
            <a:ext cx="1392615" cy="28107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0" i="0" kern="1200">
                <a:solidFill>
                  <a:srgbClr val="FF462D"/>
                </a:solidFill>
                <a:latin typeface="TWK Everett" panose="020B0204000000000000" pitchFamily="34" charset="77"/>
                <a:ea typeface="TWK Everett" panose="020B0204000000000000" pitchFamily="34" charset="77"/>
                <a:cs typeface="TWK Everett" panose="020B0204000000000000" pitchFamily="34" charset="77"/>
              </a:defRPr>
            </a:lvl1pPr>
          </a:lstStyle>
          <a:p>
            <a:r>
              <a:rPr lang="en-US" sz="1400" dirty="0">
                <a:solidFill>
                  <a:srgbClr val="187E3F"/>
                </a:solidFill>
              </a:rPr>
              <a:t>Adopt &amp; Evolve</a:t>
            </a:r>
          </a:p>
        </p:txBody>
      </p:sp>
    </p:spTree>
    <p:extLst>
      <p:ext uri="{BB962C8B-B14F-4D97-AF65-F5344CB8AC3E}">
        <p14:creationId xmlns:p14="http://schemas.microsoft.com/office/powerpoint/2010/main" val="1544571681"/>
      </p:ext>
    </p:extLst>
  </p:cSld>
  <p:clrMapOvr>
    <a:masterClrMapping/>
  </p:clrMapOvr>
</p:sld>
</file>

<file path=ppt/theme/theme1.xml><?xml version="1.0" encoding="utf-8"?>
<a:theme xmlns:a="http://schemas.openxmlformats.org/drawingml/2006/main" name="Kyndryl Template">
  <a:themeElements>
    <a:clrScheme name="Kyndryl 20220421">
      <a:dk1>
        <a:srgbClr val="002313"/>
      </a:dk1>
      <a:lt1>
        <a:srgbClr val="FFFFFF"/>
      </a:lt1>
      <a:dk2>
        <a:srgbClr val="3D3B3B"/>
      </a:dk2>
      <a:lt2>
        <a:srgbClr val="F2F0ED"/>
      </a:lt2>
      <a:accent1>
        <a:srgbClr val="FF462D"/>
      </a:accent1>
      <a:accent2>
        <a:srgbClr val="E4F4F1"/>
      </a:accent2>
      <a:accent3>
        <a:srgbClr val="4CDD84"/>
      </a:accent3>
      <a:accent4>
        <a:srgbClr val="287079"/>
      </a:accent4>
      <a:accent5>
        <a:srgbClr val="9E9287"/>
      </a:accent5>
      <a:accent6>
        <a:srgbClr val="187E3E"/>
      </a:accent6>
      <a:hlink>
        <a:srgbClr val="FF462D"/>
      </a:hlink>
      <a:folHlink>
        <a:srgbClr val="4CDD84"/>
      </a:folHlink>
    </a:clrScheme>
    <a:fontScheme name="K">
      <a:majorFont>
        <a:latin typeface="TWK Everett"/>
        <a:ea typeface=""/>
        <a:cs typeface=""/>
      </a:majorFont>
      <a:minorFont>
        <a:latin typeface="TWK Everet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0" tIns="0" rIns="0" bIns="0" rtlCol="0">
        <a:spAutoFit/>
      </a:bodyPr>
      <a:lstStyle>
        <a:defPPr algn="l">
          <a:defRPr sz="1400" dirty="0">
            <a:solidFill>
              <a:schemeClr val="bg1"/>
            </a:solidFill>
            <a:latin typeface="Arial" panose="020B0604020202020204" pitchFamily="34" charset="0"/>
          </a:defRPr>
        </a:defPPr>
      </a:lstStyle>
    </a:txDef>
  </a:objectDefaults>
  <a:extraClrSchemeLst/>
  <a:custClrLst>
    <a:custClr name="White">
      <a:srgbClr val="FFFFFF"/>
    </a:custClr>
    <a:custClr name="Cloud">
      <a:srgbClr val="F2F1EE"/>
    </a:custClr>
    <a:custClr name="Spruce">
      <a:srgbClr val="29707A"/>
    </a:custClr>
    <a:custClr name="Deep Forest">
      <a:srgbClr val="042315"/>
    </a:custClr>
    <a:custClr name="Warm Red">
      <a:srgbClr val="FF462D"/>
    </a:custClr>
    <a:custClr name="Skye">
      <a:srgbClr val="E4F4F1"/>
    </a:custClr>
    <a:custClr name="Spring Green">
      <a:srgbClr val="4CDD84"/>
    </a:custClr>
    <a:custClr name="Earth">
      <a:srgbClr val="9E9287"/>
    </a:custClr>
    <a:custClr name="Dark Stone">
      <a:srgbClr val="3D3C3C"/>
    </a:custClr>
    <a:custClr name="Digital Dark Spring Green">
      <a:srgbClr val="187E3F"/>
    </a:custClr>
    <a:custClr name="Digital Dark Earth">
      <a:srgbClr val="565049"/>
    </a:custClr>
  </a:custClrLst>
  <a:extLst>
    <a:ext uri="{05A4C25C-085E-4340-85A3-A5531E510DB2}">
      <thm15:themeFamily xmlns:thm15="http://schemas.microsoft.com/office/thememl/2012/main" name="Kyndryl_Powerpoint_Template_TWKEverett-R-2023" id="{585D425D-8862-AB45-8514-B6DE27BACC29}" vid="{3AF5C10A-ECFE-AF42-B835-B1F41ED9A4F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A147F6243C25546AE610FD3FAA65F90" ma:contentTypeVersion="17" ma:contentTypeDescription="Create a new document." ma:contentTypeScope="" ma:versionID="d39f34954fd35de1a7b751c42b7dea0c">
  <xsd:schema xmlns:xsd="http://www.w3.org/2001/XMLSchema" xmlns:xs="http://www.w3.org/2001/XMLSchema" xmlns:p="http://schemas.microsoft.com/office/2006/metadata/properties" xmlns:ns1="http://schemas.microsoft.com/sharepoint/v3" xmlns:ns2="4249855f-0756-4a90-83d6-fb051f95c5c7" xmlns:ns3="03cd53a2-21bc-495d-8d05-24f6fb760001" targetNamespace="http://schemas.microsoft.com/office/2006/metadata/properties" ma:root="true" ma:fieldsID="fa501550883494e0297a8d2b19207e3f" ns1:_="" ns2:_="" ns3:_="">
    <xsd:import namespace="http://schemas.microsoft.com/sharepoint/v3"/>
    <xsd:import namespace="4249855f-0756-4a90-83d6-fb051f95c5c7"/>
    <xsd:import namespace="03cd53a2-21bc-495d-8d05-24f6fb76000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1:_ip_UnifiedCompliancePolicyProperties" minOccurs="0"/>
                <xsd:element ref="ns1:_ip_UnifiedCompliancePolicyUIAction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1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2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249855f-0756-4a90-83d6-fb051f95c5c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Image Tags" ma:readOnly="false" ma:fieldId="{5cf76f15-5ced-4ddc-b409-7134ff3c332f}" ma:taxonomyMulti="true" ma:sspId="54101172-0cdf-4a4d-852d-90099e45c58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3cd53a2-21bc-495d-8d05-24f6fb760001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09d18b57-136e-4b78-b87e-9c6676982d71}" ma:internalName="TaxCatchAll" ma:showField="CatchAllData" ma:web="03cd53a2-21bc-495d-8d05-24f6fb76000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SharedWithUsers xmlns="03cd53a2-21bc-495d-8d05-24f6fb760001">
      <UserInfo>
        <DisplayName>Mariana Hernandez - (Central OPS)</DisplayName>
        <AccountId>7</AccountId>
        <AccountType/>
      </UserInfo>
      <UserInfo>
        <DisplayName>Daniel Widner</DisplayName>
        <AccountId>47</AccountId>
        <AccountType/>
      </UserInfo>
      <UserInfo>
        <DisplayName>Perla Daly</DisplayName>
        <AccountId>12</AccountId>
        <AccountType/>
      </UserInfo>
    </SharedWithUsers>
    <TaxCatchAll xmlns="03cd53a2-21bc-495d-8d05-24f6fb760001"/>
    <lcf76f155ced4ddcb4097134ff3c332f xmlns="4249855f-0756-4a90-83d6-fb051f95c5c7">
      <Terms xmlns="http://schemas.microsoft.com/office/infopath/2007/PartnerControls"/>
    </lcf76f155ced4ddcb4097134ff3c332f>
    <MediaLengthInSeconds xmlns="4249855f-0756-4a90-83d6-fb051f95c5c7" xsi:nil="true"/>
  </documentManagement>
</p:properties>
</file>

<file path=customXml/itemProps1.xml><?xml version="1.0" encoding="utf-8"?>
<ds:datastoreItem xmlns:ds="http://schemas.openxmlformats.org/officeDocument/2006/customXml" ds:itemID="{3D1F5DE1-AF70-41E9-A02F-B159F3CD5C6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0CC1F94-FE8D-4A64-886D-52B4865D690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4249855f-0756-4a90-83d6-fb051f95c5c7"/>
    <ds:schemaRef ds:uri="03cd53a2-21bc-495d-8d05-24f6fb76000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AC8E937-4CF1-428D-AE9A-6FF7182CED01}">
  <ds:schemaRefs>
    <ds:schemaRef ds:uri="http://purl.org/dc/elements/1.1/"/>
    <ds:schemaRef ds:uri="http://schemas.microsoft.com/office/2006/metadata/properties"/>
    <ds:schemaRef ds:uri="03cd53a2-21bc-495d-8d05-24f6fb760001"/>
    <ds:schemaRef ds:uri="4249855f-0756-4a90-83d6-fb051f95c5c7"/>
    <ds:schemaRef ds:uri="http://purl.org/dc/terms/"/>
    <ds:schemaRef ds:uri="http://schemas.microsoft.com/sharepoint/v3"/>
    <ds:schemaRef ds:uri="http://schemas.microsoft.com/office/infopath/2007/PartnerControls"/>
    <ds:schemaRef ds:uri="http://schemas.microsoft.com/office/2006/documentManagement/types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docMetadata/LabelInfo.xml><?xml version="1.0" encoding="utf-8"?>
<clbl:labelList xmlns:clbl="http://schemas.microsoft.com/office/2020/mipLabelMetadata">
  <clbl:label id="{f260df36-bc43-424c-8f44-c85226657b01}" enabled="0" method="" siteId="{f260df36-bc43-424c-8f44-c85226657b01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Kyndryl_Powerpoint_Template_Everett_1.4.1-R-2023</Template>
  <TotalTime>8818</TotalTime>
  <Words>3127</Words>
  <Application>Microsoft Macintosh PowerPoint</Application>
  <PresentationFormat>Widescreen</PresentationFormat>
  <Paragraphs>514</Paragraphs>
  <Slides>8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Courier New</vt:lpstr>
      <vt:lpstr>System Font Regular</vt:lpstr>
      <vt:lpstr>TWK Everett</vt:lpstr>
      <vt:lpstr>Kyndryl Template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Blueprint</vt:lpstr>
      <vt:lpstr>Build</vt:lpstr>
      <vt:lpstr>Operate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Gina Montgomery</dc:creator>
  <cp:keywords/>
  <dc:description/>
  <cp:lastModifiedBy>Scott Yokiel</cp:lastModifiedBy>
  <cp:revision>9</cp:revision>
  <dcterms:created xsi:type="dcterms:W3CDTF">2026-05-14T13:03:37Z</dcterms:created>
  <dcterms:modified xsi:type="dcterms:W3CDTF">2026-05-29T20:50:43Z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0x0101002A147F6243C25546AE610FD3FAA65F90</vt:lpwstr>
  </property>
  <property fmtid="{D5CDD505-2E9C-101B-9397-08002B2CF9AE}" pid="3" name="Order">
    <vt:lpwstr>177800.000000000</vt:lpwstr>
  </property>
  <property fmtid="{D5CDD505-2E9C-101B-9397-08002B2CF9AE}" pid="4" name="xd_ProgID">
    <vt:lpwstr/>
  </property>
  <property fmtid="{D5CDD505-2E9C-101B-9397-08002B2CF9AE}" pid="5" name="MediaServiceImageTags">
    <vt:lpwstr/>
  </property>
  <property fmtid="{D5CDD505-2E9C-101B-9397-08002B2CF9AE}" pid="6" name="ComplianceAssetId">
    <vt:lpwstr/>
  </property>
  <property fmtid="{D5CDD505-2E9C-101B-9397-08002B2CF9AE}" pid="7" name="TemplateUrl">
    <vt:lpwstr/>
  </property>
  <property fmtid="{D5CDD505-2E9C-101B-9397-08002B2CF9AE}" pid="8" name="_ExtendedDescription">
    <vt:lpwstr/>
  </property>
  <property fmtid="{D5CDD505-2E9C-101B-9397-08002B2CF9AE}" pid="9" name="TriggerFlowInfo">
    <vt:lpwstr/>
  </property>
  <property fmtid="{D5CDD505-2E9C-101B-9397-08002B2CF9AE}" pid="10" name="xd_Signature">
    <vt:lpwstr/>
  </property>
</Properties>
</file>